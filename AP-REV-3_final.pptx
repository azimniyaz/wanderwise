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3" r:id="rId3"/>
    <p:sldId id="257" r:id="rId4"/>
    <p:sldId id="258" r:id="rId5"/>
    <p:sldId id="264" r:id="rId6"/>
    <p:sldId id="261" r:id="rId7"/>
    <p:sldId id="259" r:id="rId8"/>
    <p:sldId id="262" r:id="rId9"/>
    <p:sldId id="263" r:id="rId10"/>
    <p:sldId id="266" r:id="rId11"/>
    <p:sldId id="267" r:id="rId12"/>
    <p:sldId id="268" r:id="rId13"/>
    <p:sldId id="269" r:id="rId14"/>
    <p:sldId id="271" r:id="rId15"/>
    <p:sldId id="272" r:id="rId16"/>
    <p:sldId id="26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zim Niyaz" userId="479840bc2ee87d1a" providerId="LiveId" clId="{2694716B-C00B-4EED-BB35-99BD86D46E1B}"/>
    <pc:docChg chg="delSld">
      <pc:chgData name="Azim Niyaz" userId="479840bc2ee87d1a" providerId="LiveId" clId="{2694716B-C00B-4EED-BB35-99BD86D46E1B}" dt="2026-02-05T17:26:27.219" v="0" actId="47"/>
      <pc:docMkLst>
        <pc:docMk/>
      </pc:docMkLst>
      <pc:sldChg chg="del">
        <pc:chgData name="Azim Niyaz" userId="479840bc2ee87d1a" providerId="LiveId" clId="{2694716B-C00B-4EED-BB35-99BD86D46E1B}" dt="2026-02-05T17:26:27.219" v="0" actId="47"/>
        <pc:sldMkLst>
          <pc:docMk/>
          <pc:sldMk cId="0" sldId="26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523999"/>
            <a:ext cx="10668000" cy="1985963"/>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762000" y="3809999"/>
            <a:ext cx="10667998" cy="19859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nchor="b" anchorCtr="0"/>
          <a:lstStyle/>
          <a:p>
            <a:fld id="{F4D57BDD-E64A-4D27-8978-82FFCA18A12C}"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43A852-0206-46AC-B0EB-645612933129}"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D57BDD-E64A-4D27-8978-82FFCA18A12C}"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43A852-0206-46AC-B0EB-64561293312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62000" y="1530351"/>
            <a:ext cx="10668000" cy="2279650"/>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762000" y="4589464"/>
            <a:ext cx="10668000" cy="1183184"/>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D57BDD-E64A-4D27-8978-82FFCA18A12C}"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43A852-0206-46AC-B0EB-64561293312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0"/>
            <a:ext cx="9144000" cy="12636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2000" y="3048000"/>
            <a:ext cx="4572000"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858000" y="3048000"/>
            <a:ext cx="4572000"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4D57BDD-E64A-4D27-8978-82FFCA18A12C}"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643A852-0206-46AC-B0EB-64561293312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1527048"/>
            <a:ext cx="10668000" cy="758952"/>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2000" y="2285999"/>
            <a:ext cx="4572001"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62001" y="3059113"/>
            <a:ext cx="4572000" cy="3036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57998" y="2286000"/>
            <a:ext cx="4572001"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858000" y="3059113"/>
            <a:ext cx="4571998" cy="3036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4D57BDD-E64A-4D27-8978-82FFCA18A12C}" type="datetimeFigureOut">
              <a:rPr lang="en-US" smtClean="0"/>
              <a:t>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43A852-0206-46AC-B0EB-64561293312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0"/>
            <a:ext cx="9144000" cy="38100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D57BDD-E64A-4D27-8978-82FFCA18A12C}" type="datetimeFigureOut">
              <a:rPr lang="en-US" smtClean="0"/>
              <a:t>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43A852-0206-46AC-B0EB-64561293312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D57BDD-E64A-4D27-8978-82FFCA18A12C}" type="datetimeFigureOut">
              <a:rPr lang="en-US" smtClean="0"/>
              <a:t>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43A852-0206-46AC-B0EB-64561293312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0"/>
            <a:ext cx="3821113" cy="1524000"/>
          </a:xfrm>
        </p:spPr>
        <p:txBody>
          <a:bodyPr anchor="t" anchorCtr="0"/>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334000" y="1524000"/>
            <a:ext cx="6096000" cy="3810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2000" y="3048000"/>
            <a:ext cx="3821113" cy="3048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D57BDD-E64A-4D27-8978-82FFCA18A12C}"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43A852-0206-46AC-B0EB-64561293312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2001" y="1524000"/>
            <a:ext cx="3810000" cy="15240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333999" y="1524000"/>
            <a:ext cx="6095999" cy="3810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62001" y="3048000"/>
            <a:ext cx="3810000" cy="3048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D57BDD-E64A-4D27-8978-82FFCA18A12C}"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43A852-0206-46AC-B0EB-64561293312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0"/>
            <a:ext cx="9144000" cy="152399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762000" y="3048000"/>
            <a:ext cx="10668000" cy="3048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D57BDD-E64A-4D27-8978-82FFCA18A12C}"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43A852-0206-46AC-B0EB-64561293312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1523999"/>
            <a:ext cx="2705100" cy="45720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1524000"/>
            <a:ext cx="7620000"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D57BDD-E64A-4D27-8978-82FFCA18A12C}"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43A852-0206-46AC-B0EB-64561293312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0" y="1524000"/>
            <a:ext cx="9144000" cy="1263649"/>
          </a:xfrm>
          <a:prstGeom prst="rect">
            <a:avLst/>
          </a:prstGeom>
        </p:spPr>
        <p:txBody>
          <a:bodyPr vert="horz" lIns="91440" tIns="45720" rIns="91440" bIns="4572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762000" y="3047999"/>
            <a:ext cx="10668000" cy="30480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2000" y="401594"/>
            <a:ext cx="3048000" cy="365125"/>
          </a:xfrm>
          <a:prstGeom prst="rect">
            <a:avLst/>
          </a:prstGeom>
        </p:spPr>
        <p:txBody>
          <a:bodyPr vert="horz" lIns="91440" tIns="45720" rIns="91440" bIns="45720" rtlCol="0" anchor="b" anchorCtr="0"/>
          <a:lstStyle>
            <a:lvl1pPr algn="l">
              <a:defRPr sz="1000">
                <a:solidFill>
                  <a:schemeClr val="tx1"/>
                </a:solidFill>
              </a:defRPr>
            </a:lvl1pPr>
          </a:lstStyle>
          <a:p>
            <a:fld id="{F4D57BDD-E64A-4D27-8978-82FFCA18A12C}" type="datetimeFigureOut">
              <a:rPr lang="en-US" smtClean="0"/>
              <a:t>2/5/2026</a:t>
            </a:fld>
            <a:endParaRPr lang="en-US" dirty="0"/>
          </a:p>
        </p:txBody>
      </p:sp>
      <p:sp>
        <p:nvSpPr>
          <p:cNvPr id="5" name="Footer Placeholder 4"/>
          <p:cNvSpPr>
            <a:spLocks noGrp="1"/>
          </p:cNvSpPr>
          <p:nvPr>
            <p:ph type="ftr" sz="quarter" idx="3"/>
          </p:nvPr>
        </p:nvSpPr>
        <p:spPr>
          <a:xfrm>
            <a:off x="6858000" y="6096000"/>
            <a:ext cx="4572000" cy="365125"/>
          </a:xfrm>
          <a:prstGeom prst="rect">
            <a:avLst/>
          </a:prstGeom>
        </p:spPr>
        <p:txBody>
          <a:bodyPr vert="horz" lIns="91440" tIns="45720" rIns="91440" bIns="45720" rtlCol="0" anchor="t" anchorCtr="0"/>
          <a:lstStyle>
            <a:lvl1pPr algn="r">
              <a:defRPr sz="900">
                <a:solidFill>
                  <a:schemeClr val="tx1"/>
                </a:solidFill>
              </a:defRPr>
            </a:lvl1pPr>
          </a:lstStyle>
          <a:p>
            <a:endParaRPr lang="en-US" dirty="0"/>
          </a:p>
        </p:txBody>
      </p:sp>
      <p:sp>
        <p:nvSpPr>
          <p:cNvPr id="6" name="Slide Number Placeholder 5"/>
          <p:cNvSpPr>
            <a:spLocks noGrp="1"/>
          </p:cNvSpPr>
          <p:nvPr>
            <p:ph type="sldNum" sz="quarter" idx="4"/>
          </p:nvPr>
        </p:nvSpPr>
        <p:spPr>
          <a:xfrm>
            <a:off x="9144000" y="401594"/>
            <a:ext cx="2286000" cy="762000"/>
          </a:xfrm>
          <a:prstGeom prst="rect">
            <a:avLst/>
          </a:prstGeom>
        </p:spPr>
        <p:txBody>
          <a:bodyPr vert="horz" lIns="91440" tIns="45720" rIns="91440" bIns="45720" rtlCol="0" anchor="t" anchorCtr="0"/>
          <a:lstStyle>
            <a:lvl1pPr algn="r">
              <a:defRPr sz="4000">
                <a:solidFill>
                  <a:schemeClr val="tx1"/>
                </a:solidFill>
                <a:latin typeface="+mj-lt"/>
              </a:defRPr>
            </a:lvl1pPr>
          </a:lstStyle>
          <a:p>
            <a:fld id="{D643A852-0206-46AC-B0EB-645612933129}" type="slidenum">
              <a:rPr lang="en-US" smtClean="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ijarsct.co.in/Paper11254.pdf" TargetMode="External"/><Relationship Id="rId2" Type="http://schemas.openxmlformats.org/officeDocument/2006/relationships/hyperlink" Target="https://www.irjmets.com/uploadedfiles/paper/issue_11_november_2024/63487/final/fin_irjmets1731075400.pdf" TargetMode="External"/><Relationship Id="rId1" Type="http://schemas.openxmlformats.org/officeDocument/2006/relationships/slideLayout" Target="../slideLayouts/slideLayout2.xml"/><Relationship Id="rId6" Type="http://schemas.openxmlformats.org/officeDocument/2006/relationships/hyperlink" Target="https://www.irjmets.com/uploadedfiles/paper/issue_11_november_2024/63381/final/fin_irjmets1731412810.pdf" TargetMode="External"/><Relationship Id="rId5" Type="http://schemas.openxmlformats.org/officeDocument/2006/relationships/hyperlink" Target="https://ijarsct.co.in/Paper3537.pdf" TargetMode="External"/><Relationship Id="rId4" Type="http://schemas.openxmlformats.org/officeDocument/2006/relationships/hyperlink" Target="https://www.irjet.net/archives/V10/i12/IRJET-V10I1272.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marble with brown and aqua colors"/>
          <p:cNvPicPr>
            <a:picLocks noChangeAspect="1"/>
          </p:cNvPicPr>
          <p:nvPr/>
        </p:nvPicPr>
        <p:blipFill>
          <a:blip r:embed="rId2">
            <a:alphaModFix amt="50000"/>
          </a:blip>
          <a:srcRect t="8893" b="20684"/>
          <a:stretch>
            <a:fillRect/>
          </a:stretch>
        </p:blipFill>
        <p:spPr>
          <a:xfrm>
            <a:off x="20" y="10"/>
            <a:ext cx="12191980" cy="6095990"/>
          </a:xfrm>
          <a:custGeom>
            <a:avLst/>
            <a:gdLst/>
            <a:ahLst/>
            <a:cxnLst/>
            <a:rect l="l" t="t" r="r" b="b"/>
            <a:pathLst>
              <a:path w="12192000" h="6096000">
                <a:moveTo>
                  <a:pt x="7230262" y="5906862"/>
                </a:moveTo>
                <a:lnTo>
                  <a:pt x="7197115" y="5913338"/>
                </a:lnTo>
                <a:lnTo>
                  <a:pt x="7214545" y="5911744"/>
                </a:lnTo>
                <a:cubicBezTo>
                  <a:pt x="7220308" y="5910958"/>
                  <a:pt x="7225785" y="5909624"/>
                  <a:pt x="7230262" y="5906862"/>
                </a:cubicBezTo>
                <a:close/>
                <a:moveTo>
                  <a:pt x="7009120" y="5850263"/>
                </a:moveTo>
                <a:lnTo>
                  <a:pt x="7021563" y="5861355"/>
                </a:lnTo>
                <a:lnTo>
                  <a:pt x="7021563" y="5861354"/>
                </a:lnTo>
                <a:close/>
                <a:moveTo>
                  <a:pt x="7768443" y="5742074"/>
                </a:moveTo>
                <a:lnTo>
                  <a:pt x="7768443" y="5742075"/>
                </a:lnTo>
                <a:lnTo>
                  <a:pt x="7792447" y="5764553"/>
                </a:lnTo>
                <a:cubicBezTo>
                  <a:pt x="7785969" y="5758457"/>
                  <a:pt x="7779301" y="5752361"/>
                  <a:pt x="7768443" y="5742074"/>
                </a:cubicBezTo>
                <a:close/>
                <a:moveTo>
                  <a:pt x="4038748" y="5739955"/>
                </a:moveTo>
                <a:lnTo>
                  <a:pt x="4030517" y="5751599"/>
                </a:lnTo>
                <a:cubicBezTo>
                  <a:pt x="4026230" y="5759505"/>
                  <a:pt x="4021242" y="5765745"/>
                  <a:pt x="4015609" y="5770450"/>
                </a:cubicBezTo>
                <a:lnTo>
                  <a:pt x="3996845" y="5780104"/>
                </a:lnTo>
                <a:cubicBezTo>
                  <a:pt x="4010562" y="5776555"/>
                  <a:pt x="4021944" y="5767411"/>
                  <a:pt x="4030518" y="5751599"/>
                </a:cubicBezTo>
                <a:close/>
                <a:moveTo>
                  <a:pt x="6245343" y="5736549"/>
                </a:moveTo>
                <a:lnTo>
                  <a:pt x="6274406" y="5743345"/>
                </a:lnTo>
                <a:lnTo>
                  <a:pt x="6291247" y="5749662"/>
                </a:lnTo>
                <a:lnTo>
                  <a:pt x="6291385" y="5749714"/>
                </a:lnTo>
                <a:lnTo>
                  <a:pt x="6306284" y="5755552"/>
                </a:lnTo>
                <a:lnTo>
                  <a:pt x="6308075" y="5755968"/>
                </a:lnTo>
                <a:lnTo>
                  <a:pt x="6313855" y="5758133"/>
                </a:lnTo>
                <a:cubicBezTo>
                  <a:pt x="6321454" y="5760521"/>
                  <a:pt x="6329151" y="5762258"/>
                  <a:pt x="6337048" y="5762696"/>
                </a:cubicBezTo>
                <a:lnTo>
                  <a:pt x="6308075" y="5755968"/>
                </a:lnTo>
                <a:lnTo>
                  <a:pt x="6291385" y="5749714"/>
                </a:lnTo>
                <a:lnTo>
                  <a:pt x="6276197" y="5743764"/>
                </a:lnTo>
                <a:lnTo>
                  <a:pt x="6274406" y="5743345"/>
                </a:lnTo>
                <a:lnTo>
                  <a:pt x="6268613" y="5741171"/>
                </a:lnTo>
                <a:cubicBezTo>
                  <a:pt x="6260996" y="5738770"/>
                  <a:pt x="6253273" y="5737013"/>
                  <a:pt x="6245343" y="5736549"/>
                </a:cubicBezTo>
                <a:close/>
                <a:moveTo>
                  <a:pt x="6558837" y="5706717"/>
                </a:moveTo>
                <a:cubicBezTo>
                  <a:pt x="6548970" y="5706068"/>
                  <a:pt x="6539355" y="5706473"/>
                  <a:pt x="6529984" y="5708163"/>
                </a:cubicBezTo>
                <a:lnTo>
                  <a:pt x="6589207" y="5711593"/>
                </a:lnTo>
                <a:cubicBezTo>
                  <a:pt x="6578825" y="5709068"/>
                  <a:pt x="6568705" y="5707366"/>
                  <a:pt x="6558837" y="5706717"/>
                </a:cubicBezTo>
                <a:close/>
                <a:moveTo>
                  <a:pt x="4834454" y="5646059"/>
                </a:moveTo>
                <a:cubicBezTo>
                  <a:pt x="4849504" y="5662538"/>
                  <a:pt x="4866316" y="5668776"/>
                  <a:pt x="4883986" y="5670301"/>
                </a:cubicBezTo>
                <a:lnTo>
                  <a:pt x="4858238" y="5663787"/>
                </a:lnTo>
                <a:cubicBezTo>
                  <a:pt x="4849945" y="5659978"/>
                  <a:pt x="4841980" y="5654298"/>
                  <a:pt x="4834454" y="5646059"/>
                </a:cubicBezTo>
                <a:close/>
                <a:moveTo>
                  <a:pt x="5056443" y="5643725"/>
                </a:moveTo>
                <a:lnTo>
                  <a:pt x="5072588" y="5644505"/>
                </a:lnTo>
                <a:cubicBezTo>
                  <a:pt x="5078053" y="5645963"/>
                  <a:pt x="5083590" y="5648726"/>
                  <a:pt x="5089162" y="5653107"/>
                </a:cubicBezTo>
                <a:cubicBezTo>
                  <a:pt x="5078019" y="5644344"/>
                  <a:pt x="5067015" y="5642058"/>
                  <a:pt x="5056443" y="5643725"/>
                </a:cubicBezTo>
                <a:close/>
                <a:moveTo>
                  <a:pt x="739852" y="5343843"/>
                </a:moveTo>
                <a:cubicBezTo>
                  <a:pt x="733899" y="5350392"/>
                  <a:pt x="728660" y="5358013"/>
                  <a:pt x="724278" y="5365062"/>
                </a:cubicBezTo>
                <a:cubicBezTo>
                  <a:pt x="719849" y="5372206"/>
                  <a:pt x="714527" y="5377552"/>
                  <a:pt x="708621" y="5381222"/>
                </a:cubicBezTo>
                <a:lnTo>
                  <a:pt x="691439" y="5386697"/>
                </a:lnTo>
                <a:lnTo>
                  <a:pt x="708622" y="5381222"/>
                </a:lnTo>
                <a:cubicBezTo>
                  <a:pt x="714527" y="5377552"/>
                  <a:pt x="719849" y="5372206"/>
                  <a:pt x="724279" y="5365062"/>
                </a:cubicBezTo>
                <a:cubicBezTo>
                  <a:pt x="728660" y="5358013"/>
                  <a:pt x="733899" y="5350392"/>
                  <a:pt x="739852" y="5343843"/>
                </a:cubicBezTo>
                <a:close/>
                <a:moveTo>
                  <a:pt x="8934151" y="5275333"/>
                </a:moveTo>
                <a:cubicBezTo>
                  <a:pt x="8940248" y="5280573"/>
                  <a:pt x="8947058" y="5285906"/>
                  <a:pt x="8954249" y="5290264"/>
                </a:cubicBezTo>
                <a:lnTo>
                  <a:pt x="8962389" y="5293563"/>
                </a:lnTo>
                <a:lnTo>
                  <a:pt x="8954250" y="5290264"/>
                </a:lnTo>
                <a:cubicBezTo>
                  <a:pt x="8947058" y="5285906"/>
                  <a:pt x="8940248" y="5280573"/>
                  <a:pt x="8934151" y="5275333"/>
                </a:cubicBezTo>
                <a:close/>
                <a:moveTo>
                  <a:pt x="2314816" y="5273737"/>
                </a:moveTo>
                <a:cubicBezTo>
                  <a:pt x="2309720" y="5274714"/>
                  <a:pt x="2304339" y="5276762"/>
                  <a:pt x="2300909" y="5279143"/>
                </a:cubicBezTo>
                <a:cubicBezTo>
                  <a:pt x="2267856" y="5302385"/>
                  <a:pt x="2242281" y="5314291"/>
                  <a:pt x="2216515" y="5314887"/>
                </a:cubicBezTo>
                <a:cubicBezTo>
                  <a:pt x="2242281" y="5314291"/>
                  <a:pt x="2267856" y="5302385"/>
                  <a:pt x="2300910" y="5279143"/>
                </a:cubicBezTo>
                <a:close/>
                <a:moveTo>
                  <a:pt x="1916629" y="5252000"/>
                </a:moveTo>
                <a:lnTo>
                  <a:pt x="1907132" y="5255330"/>
                </a:lnTo>
                <a:lnTo>
                  <a:pt x="1866619" y="5265015"/>
                </a:lnTo>
                <a:lnTo>
                  <a:pt x="1907133" y="5255330"/>
                </a:lnTo>
                <a:close/>
                <a:moveTo>
                  <a:pt x="2058204" y="5241232"/>
                </a:moveTo>
                <a:cubicBezTo>
                  <a:pt x="2076636" y="5242946"/>
                  <a:pt x="2095174" y="5243803"/>
                  <a:pt x="2108194" y="5255939"/>
                </a:cubicBezTo>
                <a:cubicBezTo>
                  <a:pt x="2095175" y="5243803"/>
                  <a:pt x="2076636" y="5242946"/>
                  <a:pt x="2058204" y="5241232"/>
                </a:cubicBezTo>
                <a:close/>
                <a:moveTo>
                  <a:pt x="0" y="0"/>
                </a:moveTo>
                <a:lnTo>
                  <a:pt x="12191456" y="0"/>
                </a:lnTo>
                <a:lnTo>
                  <a:pt x="12191456" y="873938"/>
                </a:lnTo>
                <a:lnTo>
                  <a:pt x="12192000" y="873938"/>
                </a:lnTo>
                <a:lnTo>
                  <a:pt x="12192000" y="3249107"/>
                </a:lnTo>
                <a:cubicBezTo>
                  <a:pt x="12192000" y="3264730"/>
                  <a:pt x="12192000" y="3274255"/>
                  <a:pt x="12192000" y="3283970"/>
                </a:cubicBezTo>
                <a:lnTo>
                  <a:pt x="12192000" y="3681702"/>
                </a:lnTo>
                <a:lnTo>
                  <a:pt x="12160947" y="3710323"/>
                </a:lnTo>
                <a:cubicBezTo>
                  <a:pt x="12118083" y="3731849"/>
                  <a:pt x="12072360" y="3751282"/>
                  <a:pt x="12026448" y="3770523"/>
                </a:cubicBezTo>
                <a:cubicBezTo>
                  <a:pt x="12013114" y="3776049"/>
                  <a:pt x="11998443" y="3779097"/>
                  <a:pt x="11986443" y="3786526"/>
                </a:cubicBezTo>
                <a:cubicBezTo>
                  <a:pt x="11931195" y="3820436"/>
                  <a:pt x="11877664" y="3857014"/>
                  <a:pt x="11821656" y="3889591"/>
                </a:cubicBezTo>
                <a:cubicBezTo>
                  <a:pt x="11763931" y="3923310"/>
                  <a:pt x="11712304" y="3963126"/>
                  <a:pt x="11672489" y="4017039"/>
                </a:cubicBezTo>
                <a:cubicBezTo>
                  <a:pt x="11635529" y="4067143"/>
                  <a:pt x="11599714" y="4118007"/>
                  <a:pt x="11562947" y="4168300"/>
                </a:cubicBezTo>
                <a:cubicBezTo>
                  <a:pt x="11553613" y="4181065"/>
                  <a:pt x="11545039" y="4196115"/>
                  <a:pt x="11532275" y="4204307"/>
                </a:cubicBezTo>
                <a:cubicBezTo>
                  <a:pt x="11505795" y="4221452"/>
                  <a:pt x="11476838" y="4235359"/>
                  <a:pt x="11448453" y="4249457"/>
                </a:cubicBezTo>
                <a:cubicBezTo>
                  <a:pt x="11424069" y="4261459"/>
                  <a:pt x="11398160" y="4270411"/>
                  <a:pt x="11374346" y="4283366"/>
                </a:cubicBezTo>
                <a:cubicBezTo>
                  <a:pt x="11355296" y="4293655"/>
                  <a:pt x="11338339" y="4307943"/>
                  <a:pt x="11320623" y="4320897"/>
                </a:cubicBezTo>
                <a:cubicBezTo>
                  <a:pt x="11305192" y="4332136"/>
                  <a:pt x="11288238" y="4341852"/>
                  <a:pt x="11275283" y="4355378"/>
                </a:cubicBezTo>
                <a:cubicBezTo>
                  <a:pt x="11243658" y="4388145"/>
                  <a:pt x="11211843" y="4420340"/>
                  <a:pt x="11172600" y="4444536"/>
                </a:cubicBezTo>
                <a:cubicBezTo>
                  <a:pt x="11133927" y="4468538"/>
                  <a:pt x="11097350" y="4495401"/>
                  <a:pt x="11058869" y="4519786"/>
                </a:cubicBezTo>
                <a:cubicBezTo>
                  <a:pt x="11021146" y="4543599"/>
                  <a:pt x="10987046" y="4569697"/>
                  <a:pt x="10967423" y="4611991"/>
                </a:cubicBezTo>
                <a:cubicBezTo>
                  <a:pt x="10958661" y="4630659"/>
                  <a:pt x="10946279" y="4651044"/>
                  <a:pt x="10929704" y="4661903"/>
                </a:cubicBezTo>
                <a:cubicBezTo>
                  <a:pt x="10906081" y="4677334"/>
                  <a:pt x="10876171" y="4682859"/>
                  <a:pt x="10850453" y="4696003"/>
                </a:cubicBezTo>
                <a:cubicBezTo>
                  <a:pt x="10820162" y="4711434"/>
                  <a:pt x="10785111" y="4724770"/>
                  <a:pt x="10764534" y="4749345"/>
                </a:cubicBezTo>
                <a:cubicBezTo>
                  <a:pt x="10746246" y="4771255"/>
                  <a:pt x="10727767" y="4788399"/>
                  <a:pt x="10703573" y="4802305"/>
                </a:cubicBezTo>
                <a:cubicBezTo>
                  <a:pt x="10686617" y="4812022"/>
                  <a:pt x="10674046" y="4829738"/>
                  <a:pt x="10656519" y="4837740"/>
                </a:cubicBezTo>
                <a:cubicBezTo>
                  <a:pt x="10633467" y="4848409"/>
                  <a:pt x="10610225" y="4856791"/>
                  <a:pt x="10590031" y="4873366"/>
                </a:cubicBezTo>
                <a:cubicBezTo>
                  <a:pt x="10569075" y="4890510"/>
                  <a:pt x="10545263" y="4904036"/>
                  <a:pt x="10523354" y="4920039"/>
                </a:cubicBezTo>
                <a:cubicBezTo>
                  <a:pt x="10511734" y="4928611"/>
                  <a:pt x="10502208" y="4939851"/>
                  <a:pt x="10490969" y="4948806"/>
                </a:cubicBezTo>
                <a:cubicBezTo>
                  <a:pt x="10470394" y="4965188"/>
                  <a:pt x="10449438" y="4981191"/>
                  <a:pt x="10428291" y="4996622"/>
                </a:cubicBezTo>
                <a:cubicBezTo>
                  <a:pt x="10407146" y="5012055"/>
                  <a:pt x="10386952" y="5029961"/>
                  <a:pt x="10363709" y="5041201"/>
                </a:cubicBezTo>
                <a:cubicBezTo>
                  <a:pt x="10324086" y="5060251"/>
                  <a:pt x="10280840" y="5071682"/>
                  <a:pt x="10242357" y="5092257"/>
                </a:cubicBezTo>
                <a:cubicBezTo>
                  <a:pt x="10203304" y="5113211"/>
                  <a:pt x="10166536" y="5139503"/>
                  <a:pt x="10131863" y="5167315"/>
                </a:cubicBezTo>
                <a:cubicBezTo>
                  <a:pt x="10104430" y="5189224"/>
                  <a:pt x="10078713" y="5210943"/>
                  <a:pt x="10044230" y="5222182"/>
                </a:cubicBezTo>
                <a:cubicBezTo>
                  <a:pt x="10024990" y="5228470"/>
                  <a:pt x="10004797" y="5242186"/>
                  <a:pt x="9993175" y="5258189"/>
                </a:cubicBezTo>
                <a:cubicBezTo>
                  <a:pt x="9968027" y="5293049"/>
                  <a:pt x="9935832" y="5317626"/>
                  <a:pt x="9899446" y="5338582"/>
                </a:cubicBezTo>
                <a:cubicBezTo>
                  <a:pt x="9850865" y="5366776"/>
                  <a:pt x="9802858" y="5395543"/>
                  <a:pt x="9754088" y="5423166"/>
                </a:cubicBezTo>
                <a:cubicBezTo>
                  <a:pt x="9725323" y="5439551"/>
                  <a:pt x="9696749" y="5456885"/>
                  <a:pt x="9666265" y="5468888"/>
                </a:cubicBezTo>
                <a:cubicBezTo>
                  <a:pt x="9603971" y="5493655"/>
                  <a:pt x="9540152" y="5514799"/>
                  <a:pt x="9477283" y="5537851"/>
                </a:cubicBezTo>
                <a:cubicBezTo>
                  <a:pt x="9456709" y="5545280"/>
                  <a:pt x="9437278" y="5555949"/>
                  <a:pt x="9416321" y="5562426"/>
                </a:cubicBezTo>
                <a:cubicBezTo>
                  <a:pt x="9393650" y="5569475"/>
                  <a:pt x="9369267" y="5571571"/>
                  <a:pt x="9346597" y="5578619"/>
                </a:cubicBezTo>
                <a:cubicBezTo>
                  <a:pt x="9308875" y="5590240"/>
                  <a:pt x="9272298" y="5605101"/>
                  <a:pt x="9234579" y="5616911"/>
                </a:cubicBezTo>
                <a:cubicBezTo>
                  <a:pt x="9161805" y="5639582"/>
                  <a:pt x="9088840" y="5661299"/>
                  <a:pt x="9015878" y="5682826"/>
                </a:cubicBezTo>
                <a:cubicBezTo>
                  <a:pt x="9000257" y="5687399"/>
                  <a:pt x="8983301" y="5687970"/>
                  <a:pt x="8967871" y="5692923"/>
                </a:cubicBezTo>
                <a:cubicBezTo>
                  <a:pt x="8926911" y="5706259"/>
                  <a:pt x="8886142" y="5720736"/>
                  <a:pt x="8845565" y="5735407"/>
                </a:cubicBezTo>
                <a:cubicBezTo>
                  <a:pt x="8820990" y="5744361"/>
                  <a:pt x="8796985" y="5755409"/>
                  <a:pt x="8772219" y="5763982"/>
                </a:cubicBezTo>
                <a:cubicBezTo>
                  <a:pt x="8752407" y="5770840"/>
                  <a:pt x="8732023" y="5776174"/>
                  <a:pt x="8711448" y="5780366"/>
                </a:cubicBezTo>
                <a:cubicBezTo>
                  <a:pt x="8693731" y="5783986"/>
                  <a:pt x="8675253" y="5783603"/>
                  <a:pt x="8657726" y="5787986"/>
                </a:cubicBezTo>
                <a:cubicBezTo>
                  <a:pt x="8610288" y="5799797"/>
                  <a:pt x="8563425" y="5813133"/>
                  <a:pt x="8516369" y="5825705"/>
                </a:cubicBezTo>
                <a:cubicBezTo>
                  <a:pt x="8497511" y="5830659"/>
                  <a:pt x="8478269" y="5834280"/>
                  <a:pt x="8459979" y="5840566"/>
                </a:cubicBezTo>
                <a:cubicBezTo>
                  <a:pt x="8411019" y="5857141"/>
                  <a:pt x="8362822" y="5875999"/>
                  <a:pt x="8313671" y="5891622"/>
                </a:cubicBezTo>
                <a:cubicBezTo>
                  <a:pt x="8272903" y="5904576"/>
                  <a:pt x="8230992" y="5913910"/>
                  <a:pt x="8189651" y="5925341"/>
                </a:cubicBezTo>
                <a:cubicBezTo>
                  <a:pt x="8172124" y="5930295"/>
                  <a:pt x="8155359" y="5937343"/>
                  <a:pt x="8137835" y="5941534"/>
                </a:cubicBezTo>
                <a:cubicBezTo>
                  <a:pt x="8098590" y="5951059"/>
                  <a:pt x="8058774" y="5959059"/>
                  <a:pt x="8019339" y="5968586"/>
                </a:cubicBezTo>
                <a:cubicBezTo>
                  <a:pt x="7996859" y="5974110"/>
                  <a:pt x="7975142" y="5984017"/>
                  <a:pt x="7952280" y="5987637"/>
                </a:cubicBezTo>
                <a:cubicBezTo>
                  <a:pt x="7897987" y="5996209"/>
                  <a:pt x="7843311" y="6002305"/>
                  <a:pt x="7788636" y="6009163"/>
                </a:cubicBezTo>
                <a:cubicBezTo>
                  <a:pt x="7732247" y="6016211"/>
                  <a:pt x="7676047" y="6023642"/>
                  <a:pt x="7619655" y="6029928"/>
                </a:cubicBezTo>
                <a:cubicBezTo>
                  <a:pt x="7588795" y="6033168"/>
                  <a:pt x="7557742" y="6033738"/>
                  <a:pt x="7526880" y="6036786"/>
                </a:cubicBezTo>
                <a:cubicBezTo>
                  <a:pt x="7499828" y="6039455"/>
                  <a:pt x="7472967" y="6044407"/>
                  <a:pt x="7445916" y="6047647"/>
                </a:cubicBezTo>
                <a:cubicBezTo>
                  <a:pt x="7422483" y="6050313"/>
                  <a:pt x="7398860" y="6051837"/>
                  <a:pt x="7375428" y="6054505"/>
                </a:cubicBezTo>
                <a:cubicBezTo>
                  <a:pt x="7337899" y="6058885"/>
                  <a:pt x="7300559" y="6063839"/>
                  <a:pt x="7263220" y="6068411"/>
                </a:cubicBezTo>
                <a:cubicBezTo>
                  <a:pt x="7247599" y="6070126"/>
                  <a:pt x="7231214" y="6074888"/>
                  <a:pt x="7216547" y="6072032"/>
                </a:cubicBezTo>
                <a:cubicBezTo>
                  <a:pt x="7179587" y="6064791"/>
                  <a:pt x="7143199" y="6066887"/>
                  <a:pt x="7106432" y="6071840"/>
                </a:cubicBezTo>
                <a:cubicBezTo>
                  <a:pt x="7093860" y="6073555"/>
                  <a:pt x="7080334" y="6073174"/>
                  <a:pt x="7068141" y="6069936"/>
                </a:cubicBezTo>
                <a:cubicBezTo>
                  <a:pt x="7043184" y="6063457"/>
                  <a:pt x="7018991" y="6054313"/>
                  <a:pt x="6994415" y="6046313"/>
                </a:cubicBezTo>
                <a:cubicBezTo>
                  <a:pt x="6991747" y="6045361"/>
                  <a:pt x="6988509" y="6045169"/>
                  <a:pt x="6985653" y="6044599"/>
                </a:cubicBezTo>
                <a:cubicBezTo>
                  <a:pt x="6969457" y="6041359"/>
                  <a:pt x="6953457" y="6038120"/>
                  <a:pt x="6937263" y="6035263"/>
                </a:cubicBezTo>
                <a:cubicBezTo>
                  <a:pt x="6928501" y="6033738"/>
                  <a:pt x="6919547" y="6033549"/>
                  <a:pt x="6910782" y="6032214"/>
                </a:cubicBezTo>
                <a:cubicBezTo>
                  <a:pt x="6876872" y="6026880"/>
                  <a:pt x="6839534" y="6035834"/>
                  <a:pt x="6810195" y="6012784"/>
                </a:cubicBezTo>
                <a:cubicBezTo>
                  <a:pt x="6791144" y="5997923"/>
                  <a:pt x="6772665" y="6001353"/>
                  <a:pt x="6752283" y="6003639"/>
                </a:cubicBezTo>
                <a:cubicBezTo>
                  <a:pt x="6736851" y="6005353"/>
                  <a:pt x="6721038" y="6004782"/>
                  <a:pt x="6705417" y="6004974"/>
                </a:cubicBezTo>
                <a:cubicBezTo>
                  <a:pt x="6677984" y="6005543"/>
                  <a:pt x="6650551" y="6005735"/>
                  <a:pt x="6623118" y="6006687"/>
                </a:cubicBezTo>
                <a:cubicBezTo>
                  <a:pt x="6614353" y="6007067"/>
                  <a:pt x="6605401" y="6011832"/>
                  <a:pt x="6596828" y="6011070"/>
                </a:cubicBezTo>
                <a:cubicBezTo>
                  <a:pt x="6557201" y="6007449"/>
                  <a:pt x="6517576" y="6001734"/>
                  <a:pt x="6477951" y="5998495"/>
                </a:cubicBezTo>
                <a:cubicBezTo>
                  <a:pt x="6455472" y="5996591"/>
                  <a:pt x="6432420" y="6000209"/>
                  <a:pt x="6410131" y="5997543"/>
                </a:cubicBezTo>
                <a:cubicBezTo>
                  <a:pt x="6384414" y="5994495"/>
                  <a:pt x="6359268" y="5986685"/>
                  <a:pt x="6333739" y="5981920"/>
                </a:cubicBezTo>
                <a:cubicBezTo>
                  <a:pt x="6326691" y="5980589"/>
                  <a:pt x="6318880" y="5982303"/>
                  <a:pt x="6311449" y="5982682"/>
                </a:cubicBezTo>
                <a:cubicBezTo>
                  <a:pt x="6303068" y="5983064"/>
                  <a:pt x="6294876" y="5983826"/>
                  <a:pt x="6286493" y="5984017"/>
                </a:cubicBezTo>
                <a:cubicBezTo>
                  <a:pt x="6260964" y="5984399"/>
                  <a:pt x="6235437" y="5983826"/>
                  <a:pt x="6209909" y="5985161"/>
                </a:cubicBezTo>
                <a:cubicBezTo>
                  <a:pt x="6194288" y="5985922"/>
                  <a:pt x="6177905" y="5993733"/>
                  <a:pt x="6163425" y="5990874"/>
                </a:cubicBezTo>
                <a:cubicBezTo>
                  <a:pt x="6133897" y="5985351"/>
                  <a:pt x="6104368" y="5997733"/>
                  <a:pt x="6074842" y="5987447"/>
                </a:cubicBezTo>
                <a:cubicBezTo>
                  <a:pt x="6065695" y="5984399"/>
                  <a:pt x="6053124" y="5992019"/>
                  <a:pt x="6042072" y="5992399"/>
                </a:cubicBezTo>
                <a:cubicBezTo>
                  <a:pt x="6014449" y="5993351"/>
                  <a:pt x="5986828" y="5993161"/>
                  <a:pt x="5959204" y="5992971"/>
                </a:cubicBezTo>
                <a:cubicBezTo>
                  <a:pt x="5934438" y="5992781"/>
                  <a:pt x="5908719" y="5995447"/>
                  <a:pt x="5884906" y="5990113"/>
                </a:cubicBezTo>
                <a:cubicBezTo>
                  <a:pt x="5859949" y="5984399"/>
                  <a:pt x="5837471" y="5985161"/>
                  <a:pt x="5813275" y="5991637"/>
                </a:cubicBezTo>
                <a:cubicBezTo>
                  <a:pt x="5796702" y="5996019"/>
                  <a:pt x="5779174" y="5996591"/>
                  <a:pt x="5762029" y="5997923"/>
                </a:cubicBezTo>
                <a:cubicBezTo>
                  <a:pt x="5743551" y="5999447"/>
                  <a:pt x="5723166" y="5995447"/>
                  <a:pt x="5706401" y="6001734"/>
                </a:cubicBezTo>
                <a:cubicBezTo>
                  <a:pt x="5656488" y="6020403"/>
                  <a:pt x="5605244" y="6024403"/>
                  <a:pt x="5553045" y="6024403"/>
                </a:cubicBezTo>
                <a:cubicBezTo>
                  <a:pt x="5543518" y="6024403"/>
                  <a:pt x="5533802" y="6021738"/>
                  <a:pt x="5524660" y="6018880"/>
                </a:cubicBezTo>
                <a:cubicBezTo>
                  <a:pt x="5471316" y="6001734"/>
                  <a:pt x="5417784" y="6003257"/>
                  <a:pt x="5363491" y="6013736"/>
                </a:cubicBezTo>
                <a:cubicBezTo>
                  <a:pt x="5352250" y="6016022"/>
                  <a:pt x="5339677" y="6016403"/>
                  <a:pt x="5328438" y="6014118"/>
                </a:cubicBezTo>
                <a:cubicBezTo>
                  <a:pt x="5296812" y="6007449"/>
                  <a:pt x="5266141" y="5996399"/>
                  <a:pt x="5234326" y="5991637"/>
                </a:cubicBezTo>
                <a:cubicBezTo>
                  <a:pt x="5181748" y="5983826"/>
                  <a:pt x="5136216" y="6010115"/>
                  <a:pt x="5089162" y="6027262"/>
                </a:cubicBezTo>
                <a:cubicBezTo>
                  <a:pt x="5044391" y="6043455"/>
                  <a:pt x="5006292" y="6080032"/>
                  <a:pt x="4953328" y="6071840"/>
                </a:cubicBezTo>
                <a:cubicBezTo>
                  <a:pt x="4947996" y="6071078"/>
                  <a:pt x="4942089" y="6076222"/>
                  <a:pt x="4936184" y="6077555"/>
                </a:cubicBezTo>
                <a:cubicBezTo>
                  <a:pt x="4919991" y="6081176"/>
                  <a:pt x="4903799" y="6085555"/>
                  <a:pt x="4887415" y="6087272"/>
                </a:cubicBezTo>
                <a:cubicBezTo>
                  <a:pt x="4867412" y="6089558"/>
                  <a:pt x="4847027" y="6088797"/>
                  <a:pt x="4827024" y="6090701"/>
                </a:cubicBezTo>
                <a:cubicBezTo>
                  <a:pt x="4814165" y="6091844"/>
                  <a:pt x="4801401" y="6093939"/>
                  <a:pt x="4788661" y="6095749"/>
                </a:cubicBezTo>
                <a:lnTo>
                  <a:pt x="4785776" y="6096000"/>
                </a:lnTo>
                <a:lnTo>
                  <a:pt x="4726469" y="6096000"/>
                </a:lnTo>
                <a:lnTo>
                  <a:pt x="4719697" y="6095130"/>
                </a:lnTo>
                <a:cubicBezTo>
                  <a:pt x="4709481" y="6092939"/>
                  <a:pt x="4699289" y="6090320"/>
                  <a:pt x="4689098" y="6088605"/>
                </a:cubicBezTo>
                <a:cubicBezTo>
                  <a:pt x="4660331" y="6083842"/>
                  <a:pt x="4628705" y="6085176"/>
                  <a:pt x="4603368" y="6072984"/>
                </a:cubicBezTo>
                <a:cubicBezTo>
                  <a:pt x="4576318" y="6060029"/>
                  <a:pt x="4550599" y="6054123"/>
                  <a:pt x="4522596" y="6058123"/>
                </a:cubicBezTo>
                <a:cubicBezTo>
                  <a:pt x="4513260" y="6059457"/>
                  <a:pt x="4501257" y="6067459"/>
                  <a:pt x="4497068" y="6075649"/>
                </a:cubicBezTo>
                <a:cubicBezTo>
                  <a:pt x="4487731" y="6093938"/>
                  <a:pt x="4474969" y="6097178"/>
                  <a:pt x="4457632" y="6090890"/>
                </a:cubicBezTo>
                <a:cubicBezTo>
                  <a:pt x="4442581" y="6085555"/>
                  <a:pt x="4424104" y="6082890"/>
                  <a:pt x="4413817" y="6072601"/>
                </a:cubicBezTo>
                <a:cubicBezTo>
                  <a:pt x="4384668" y="6043455"/>
                  <a:pt x="4347518" y="6042503"/>
                  <a:pt x="4311323" y="6034693"/>
                </a:cubicBezTo>
                <a:cubicBezTo>
                  <a:pt x="4289227" y="6029928"/>
                  <a:pt x="4268649" y="6029738"/>
                  <a:pt x="4246551" y="6032976"/>
                </a:cubicBezTo>
                <a:cubicBezTo>
                  <a:pt x="4198546" y="6040216"/>
                  <a:pt x="4151870" y="6029928"/>
                  <a:pt x="4105766" y="6016784"/>
                </a:cubicBezTo>
                <a:cubicBezTo>
                  <a:pt x="4075285" y="6008022"/>
                  <a:pt x="4044043" y="6002687"/>
                  <a:pt x="4013753" y="5993733"/>
                </a:cubicBezTo>
                <a:cubicBezTo>
                  <a:pt x="3991083" y="5986874"/>
                  <a:pt x="3968414" y="5978682"/>
                  <a:pt x="3947648" y="5967634"/>
                </a:cubicBezTo>
                <a:cubicBezTo>
                  <a:pt x="3917546" y="5951440"/>
                  <a:pt x="3891259" y="5927055"/>
                  <a:pt x="3852966" y="5933533"/>
                </a:cubicBezTo>
                <a:cubicBezTo>
                  <a:pt x="3819245" y="5939247"/>
                  <a:pt x="3788766" y="5927247"/>
                  <a:pt x="3757902" y="5915816"/>
                </a:cubicBezTo>
                <a:cubicBezTo>
                  <a:pt x="3735231" y="5907434"/>
                  <a:pt x="3712565" y="5898859"/>
                  <a:pt x="3689131" y="5893526"/>
                </a:cubicBezTo>
                <a:cubicBezTo>
                  <a:pt x="3661315" y="5887239"/>
                  <a:pt x="3629882" y="5889907"/>
                  <a:pt x="3605116" y="5878285"/>
                </a:cubicBezTo>
                <a:cubicBezTo>
                  <a:pt x="3579206" y="5866093"/>
                  <a:pt x="3557682" y="5874285"/>
                  <a:pt x="3534629" y="5877715"/>
                </a:cubicBezTo>
                <a:cubicBezTo>
                  <a:pt x="3497862" y="5883049"/>
                  <a:pt x="3461282" y="5892955"/>
                  <a:pt x="3424135" y="5880382"/>
                </a:cubicBezTo>
                <a:cubicBezTo>
                  <a:pt x="3378986" y="5865141"/>
                  <a:pt x="3334216" y="5848758"/>
                  <a:pt x="3288877" y="5834280"/>
                </a:cubicBezTo>
                <a:cubicBezTo>
                  <a:pt x="3271348" y="5828753"/>
                  <a:pt x="3252492" y="5826467"/>
                  <a:pt x="3234202" y="5823991"/>
                </a:cubicBezTo>
                <a:cubicBezTo>
                  <a:pt x="3216867" y="5821895"/>
                  <a:pt x="3196102" y="5827230"/>
                  <a:pt x="3182763" y="5819229"/>
                </a:cubicBezTo>
                <a:cubicBezTo>
                  <a:pt x="3148472" y="5798655"/>
                  <a:pt x="3113231" y="5788558"/>
                  <a:pt x="3073604" y="5788558"/>
                </a:cubicBezTo>
                <a:cubicBezTo>
                  <a:pt x="3058743" y="5788558"/>
                  <a:pt x="3044264" y="5779984"/>
                  <a:pt x="3029216" y="5778459"/>
                </a:cubicBezTo>
                <a:cubicBezTo>
                  <a:pt x="3008639" y="5776555"/>
                  <a:pt x="2985016" y="5771411"/>
                  <a:pt x="2967110" y="5778651"/>
                </a:cubicBezTo>
                <a:cubicBezTo>
                  <a:pt x="2925008" y="5795797"/>
                  <a:pt x="2890910" y="5781507"/>
                  <a:pt x="2854140" y="5764553"/>
                </a:cubicBezTo>
                <a:cubicBezTo>
                  <a:pt x="2817943" y="5747789"/>
                  <a:pt x="2779842" y="5734455"/>
                  <a:pt x="2741360" y="5723403"/>
                </a:cubicBezTo>
                <a:cubicBezTo>
                  <a:pt x="2726882" y="5719403"/>
                  <a:pt x="2709548" y="5726072"/>
                  <a:pt x="2693543" y="5727405"/>
                </a:cubicBezTo>
                <a:cubicBezTo>
                  <a:pt x="2687827" y="5727786"/>
                  <a:pt x="2681540" y="5728358"/>
                  <a:pt x="2676398" y="5726453"/>
                </a:cubicBezTo>
                <a:cubicBezTo>
                  <a:pt x="2626677" y="5708163"/>
                  <a:pt x="2576191" y="5694257"/>
                  <a:pt x="2522279" y="5703782"/>
                </a:cubicBezTo>
                <a:cubicBezTo>
                  <a:pt x="2517327" y="5704735"/>
                  <a:pt x="2511800" y="5702639"/>
                  <a:pt x="2506847" y="5701305"/>
                </a:cubicBezTo>
                <a:cubicBezTo>
                  <a:pt x="2482652" y="5694447"/>
                  <a:pt x="2459029" y="5683589"/>
                  <a:pt x="2434456" y="5681112"/>
                </a:cubicBezTo>
                <a:cubicBezTo>
                  <a:pt x="2373874" y="5675016"/>
                  <a:pt x="2312915" y="5672538"/>
                  <a:pt x="2251948" y="5668538"/>
                </a:cubicBezTo>
                <a:cubicBezTo>
                  <a:pt x="2248138" y="5668349"/>
                  <a:pt x="2244137" y="5668349"/>
                  <a:pt x="2240710" y="5667014"/>
                </a:cubicBezTo>
                <a:cubicBezTo>
                  <a:pt x="2218229" y="5658822"/>
                  <a:pt x="2198608" y="5661490"/>
                  <a:pt x="2179556" y="5677111"/>
                </a:cubicBezTo>
                <a:cubicBezTo>
                  <a:pt x="2171173" y="5683969"/>
                  <a:pt x="2159743" y="5687589"/>
                  <a:pt x="2149267" y="5691399"/>
                </a:cubicBezTo>
                <a:cubicBezTo>
                  <a:pt x="2133834" y="5697115"/>
                  <a:pt x="2118023" y="5702639"/>
                  <a:pt x="2102021" y="5706259"/>
                </a:cubicBezTo>
                <a:cubicBezTo>
                  <a:pt x="2086208" y="5709688"/>
                  <a:pt x="2069254" y="5714449"/>
                  <a:pt x="2054013" y="5711784"/>
                </a:cubicBezTo>
                <a:cubicBezTo>
                  <a:pt x="2026581" y="5707022"/>
                  <a:pt x="2000479" y="5696353"/>
                  <a:pt x="1973429" y="5689303"/>
                </a:cubicBezTo>
                <a:cubicBezTo>
                  <a:pt x="1964094" y="5686826"/>
                  <a:pt x="1953806" y="5687209"/>
                  <a:pt x="1944092" y="5687017"/>
                </a:cubicBezTo>
                <a:cubicBezTo>
                  <a:pt x="1921800" y="5686447"/>
                  <a:pt x="1898940" y="5691971"/>
                  <a:pt x="1878748" y="5676159"/>
                </a:cubicBezTo>
                <a:cubicBezTo>
                  <a:pt x="1860079" y="5661299"/>
                  <a:pt x="1841216" y="5665680"/>
                  <a:pt x="1821596" y="5676920"/>
                </a:cubicBezTo>
                <a:cubicBezTo>
                  <a:pt x="1807497" y="5684922"/>
                  <a:pt x="1791496" y="5691209"/>
                  <a:pt x="1775684" y="5694257"/>
                </a:cubicBezTo>
                <a:cubicBezTo>
                  <a:pt x="1753965" y="5698447"/>
                  <a:pt x="1732439" y="5700163"/>
                  <a:pt x="1709006" y="5697685"/>
                </a:cubicBezTo>
                <a:cubicBezTo>
                  <a:pt x="1692431" y="5695971"/>
                  <a:pt x="1678904" y="5695209"/>
                  <a:pt x="1665950" y="5685113"/>
                </a:cubicBezTo>
                <a:cubicBezTo>
                  <a:pt x="1663856" y="5683589"/>
                  <a:pt x="1660046" y="5683207"/>
                  <a:pt x="1657188" y="5683399"/>
                </a:cubicBezTo>
                <a:cubicBezTo>
                  <a:pt x="1619658" y="5686637"/>
                  <a:pt x="1582510" y="5684922"/>
                  <a:pt x="1544598" y="5682634"/>
                </a:cubicBezTo>
                <a:cubicBezTo>
                  <a:pt x="1496403" y="5679589"/>
                  <a:pt x="1445725" y="5688541"/>
                  <a:pt x="1404006" y="5720546"/>
                </a:cubicBezTo>
                <a:cubicBezTo>
                  <a:pt x="1397909" y="5725310"/>
                  <a:pt x="1388765" y="5727405"/>
                  <a:pt x="1380762" y="5728549"/>
                </a:cubicBezTo>
                <a:cubicBezTo>
                  <a:pt x="1343044" y="5733501"/>
                  <a:pt x="1305132" y="5736930"/>
                  <a:pt x="1267411" y="5742455"/>
                </a:cubicBezTo>
                <a:cubicBezTo>
                  <a:pt x="1246837" y="5745503"/>
                  <a:pt x="1225310" y="5748170"/>
                  <a:pt x="1206641" y="5756553"/>
                </a:cubicBezTo>
                <a:cubicBezTo>
                  <a:pt x="1188354" y="5764743"/>
                  <a:pt x="1173681" y="5774459"/>
                  <a:pt x="1162823" y="5757315"/>
                </a:cubicBezTo>
                <a:cubicBezTo>
                  <a:pt x="1143394" y="5766459"/>
                  <a:pt x="1126437" y="5774080"/>
                  <a:pt x="1109865" y="5782270"/>
                </a:cubicBezTo>
                <a:cubicBezTo>
                  <a:pt x="1103767" y="5785318"/>
                  <a:pt x="1098623" y="5790272"/>
                  <a:pt x="1092527" y="5793130"/>
                </a:cubicBezTo>
                <a:cubicBezTo>
                  <a:pt x="1086048" y="5796178"/>
                  <a:pt x="1078810" y="5798082"/>
                  <a:pt x="1071762" y="5799607"/>
                </a:cubicBezTo>
                <a:cubicBezTo>
                  <a:pt x="1040327" y="5806465"/>
                  <a:pt x="1008894" y="5812751"/>
                  <a:pt x="977653" y="5820182"/>
                </a:cubicBezTo>
                <a:cubicBezTo>
                  <a:pt x="971554" y="5821705"/>
                  <a:pt x="966411" y="5827801"/>
                  <a:pt x="960887" y="5831801"/>
                </a:cubicBezTo>
                <a:cubicBezTo>
                  <a:pt x="957266" y="5834470"/>
                  <a:pt x="953648" y="5838470"/>
                  <a:pt x="949646" y="5839042"/>
                </a:cubicBezTo>
                <a:cubicBezTo>
                  <a:pt x="919165" y="5843614"/>
                  <a:pt x="888877" y="5848949"/>
                  <a:pt x="858205" y="5851234"/>
                </a:cubicBezTo>
                <a:cubicBezTo>
                  <a:pt x="832486" y="5853138"/>
                  <a:pt x="807719" y="5852568"/>
                  <a:pt x="801053" y="5885715"/>
                </a:cubicBezTo>
                <a:cubicBezTo>
                  <a:pt x="799909" y="5891432"/>
                  <a:pt x="791717" y="5897528"/>
                  <a:pt x="785432" y="5900384"/>
                </a:cubicBezTo>
                <a:cubicBezTo>
                  <a:pt x="767524" y="5908576"/>
                  <a:pt x="748471" y="5914101"/>
                  <a:pt x="730754" y="5922482"/>
                </a:cubicBezTo>
                <a:cubicBezTo>
                  <a:pt x="672650" y="5950488"/>
                  <a:pt x="611880" y="5968205"/>
                  <a:pt x="546917" y="5964966"/>
                </a:cubicBezTo>
                <a:cubicBezTo>
                  <a:pt x="526724" y="5964014"/>
                  <a:pt x="507102" y="5953726"/>
                  <a:pt x="494337" y="5949915"/>
                </a:cubicBezTo>
                <a:cubicBezTo>
                  <a:pt x="457572" y="5964966"/>
                  <a:pt x="426709" y="5979445"/>
                  <a:pt x="394511" y="5990303"/>
                </a:cubicBezTo>
                <a:cubicBezTo>
                  <a:pt x="366127" y="6000019"/>
                  <a:pt x="336408" y="6006115"/>
                  <a:pt x="307259" y="6013163"/>
                </a:cubicBezTo>
                <a:cubicBezTo>
                  <a:pt x="296590" y="6015832"/>
                  <a:pt x="285732" y="6017355"/>
                  <a:pt x="274873" y="6018690"/>
                </a:cubicBezTo>
                <a:cubicBezTo>
                  <a:pt x="240965" y="6022880"/>
                  <a:pt x="205529" y="6012784"/>
                  <a:pt x="172384" y="6028786"/>
                </a:cubicBezTo>
                <a:cubicBezTo>
                  <a:pt x="155046" y="6037168"/>
                  <a:pt x="137898" y="6047265"/>
                  <a:pt x="119613" y="6051647"/>
                </a:cubicBezTo>
                <a:cubicBezTo>
                  <a:pt x="99990" y="6056409"/>
                  <a:pt x="80794" y="6063839"/>
                  <a:pt x="61197" y="6069150"/>
                </a:cubicBezTo>
                <a:lnTo>
                  <a:pt x="544" y="6073921"/>
                </a:lnTo>
                <a:lnTo>
                  <a:pt x="544" y="5946682"/>
                </a:lnTo>
                <a:lnTo>
                  <a:pt x="0" y="5946682"/>
                </a:lnTo>
                <a:lnTo>
                  <a:pt x="0" y="1335314"/>
                </a:lnTo>
                <a:lnTo>
                  <a:pt x="0" y="873938"/>
                </a:lnTo>
                <a:close/>
              </a:path>
            </a:pathLst>
          </a:custGeom>
          <a:effectLst>
            <a:outerShdw blurRad="381000" dist="152400" dir="5400000" algn="t" rotWithShape="0">
              <a:prstClr val="black">
                <a:alpha val="20000"/>
              </a:prstClr>
            </a:outerShdw>
          </a:effectLst>
        </p:spPr>
      </p:pic>
      <p:grpSp>
        <p:nvGrpSpPr>
          <p:cNvPr id="17" name="Group 16"/>
          <p:cNvGrpSpPr>
            <a:grpSpLocks noGrp="1" noUngrp="1" noRot="1" noChangeAspect="1" noMove="1" noResize="1"/>
          </p:cNvGrpSpPr>
          <p:nvPr/>
        </p:nvGrpSpPr>
        <p:grpSpPr>
          <a:xfrm>
            <a:off x="544" y="3296010"/>
            <a:ext cx="12191456" cy="2849976"/>
            <a:chOff x="476" y="-3923157"/>
            <a:chExt cx="10667524" cy="2493729"/>
          </a:xfrm>
        </p:grpSpPr>
        <p:sp>
          <p:nvSpPr>
            <p:cNvPr id="12" name="Freeform: Shape 11"/>
            <p:cNvSpPr/>
            <p:nvPr/>
          </p:nvSpPr>
          <p:spPr>
            <a:xfrm>
              <a:off x="476" y="-3923156"/>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p:cNvSpPr/>
            <p:nvPr/>
          </p:nvSpPr>
          <p:spPr>
            <a:xfrm>
              <a:off x="476" y="-3923157"/>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ctrTitle"/>
          </p:nvPr>
        </p:nvSpPr>
        <p:spPr>
          <a:xfrm>
            <a:off x="761999" y="1514475"/>
            <a:ext cx="8381999" cy="1995487"/>
          </a:xfrm>
        </p:spPr>
        <p:txBody>
          <a:bodyPr>
            <a:normAutofit/>
          </a:bodyPr>
          <a:lstStyle/>
          <a:p>
            <a:r>
              <a:rPr lang="en-IN" sz="8800" dirty="0"/>
              <a:t>Wander Wise</a:t>
            </a:r>
            <a:endParaRPr lang="en-IN" sz="49600" dirty="0"/>
          </a:p>
        </p:txBody>
      </p:sp>
      <p:sp>
        <p:nvSpPr>
          <p:cNvPr id="3" name="Subtitle 2"/>
          <p:cNvSpPr>
            <a:spLocks noGrp="1"/>
          </p:cNvSpPr>
          <p:nvPr>
            <p:ph type="subTitle" idx="1"/>
          </p:nvPr>
        </p:nvSpPr>
        <p:spPr>
          <a:xfrm>
            <a:off x="762000" y="3809999"/>
            <a:ext cx="8382000" cy="1338471"/>
          </a:xfrm>
        </p:spPr>
        <p:txBody>
          <a:bodyPr>
            <a:normAutofit/>
          </a:bodyPr>
          <a:lstStyle/>
          <a:p>
            <a:pPr algn="l"/>
            <a:endParaRPr lang="en-IN" dirty="0"/>
          </a:p>
          <a:p>
            <a:r>
              <a:rPr lang="en-US" sz="3200" dirty="0"/>
              <a:t>Highlights smart and thoughtful travel planning</a:t>
            </a:r>
            <a:r>
              <a:rPr lang="en-US" dirty="0"/>
              <a:t>.</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BC1D7-415B-026D-1938-E448A34BEFF3}"/>
              </a:ext>
            </a:extLst>
          </p:cNvPr>
          <p:cNvSpPr>
            <a:spLocks noGrp="1"/>
          </p:cNvSpPr>
          <p:nvPr>
            <p:ph type="title"/>
          </p:nvPr>
        </p:nvSpPr>
        <p:spPr>
          <a:xfrm>
            <a:off x="762000" y="420625"/>
            <a:ext cx="10960608" cy="877824"/>
          </a:xfrm>
        </p:spPr>
        <p:txBody>
          <a:bodyPr/>
          <a:lstStyle/>
          <a:p>
            <a:r>
              <a:rPr lang="en-IN" dirty="0"/>
              <a:t>PROJECT STATEMENT</a:t>
            </a:r>
          </a:p>
        </p:txBody>
      </p:sp>
      <p:sp>
        <p:nvSpPr>
          <p:cNvPr id="3" name="Content Placeholder 2">
            <a:extLst>
              <a:ext uri="{FF2B5EF4-FFF2-40B4-BE49-F238E27FC236}">
                <a16:creationId xmlns:a16="http://schemas.microsoft.com/office/drawing/2014/main" id="{3D628908-7E5E-46A5-C083-F1C51FA47F30}"/>
              </a:ext>
            </a:extLst>
          </p:cNvPr>
          <p:cNvSpPr>
            <a:spLocks noGrp="1"/>
          </p:cNvSpPr>
          <p:nvPr>
            <p:ph idx="1"/>
          </p:nvPr>
        </p:nvSpPr>
        <p:spPr>
          <a:xfrm>
            <a:off x="274320" y="1298449"/>
            <a:ext cx="11603736" cy="5376671"/>
          </a:xfrm>
        </p:spPr>
        <p:txBody>
          <a:bodyPr>
            <a:normAutofit fontScale="92500" lnSpcReduction="10000"/>
          </a:bodyPr>
          <a:lstStyle/>
          <a:p>
            <a:pPr>
              <a:buNone/>
            </a:pPr>
            <a:r>
              <a:rPr lang="en-US" dirty="0"/>
              <a:t>This project aims to solve this problem by developing an Android application, </a:t>
            </a:r>
            <a:r>
              <a:rPr lang="en-US" b="1" dirty="0"/>
              <a:t>Wander Wise</a:t>
            </a:r>
            <a:r>
              <a:rPr lang="en-US" dirty="0"/>
              <a:t>, which allows users to input a destination and receive a smart, well-structured itinerary that includes:</a:t>
            </a:r>
          </a:p>
          <a:p>
            <a:pPr>
              <a:buFont typeface="Arial" panose="020B0604020202020204" pitchFamily="34" charset="0"/>
              <a:buChar char="•"/>
            </a:pPr>
            <a:r>
              <a:rPr lang="en-US" dirty="0"/>
              <a:t>Top places to visit</a:t>
            </a:r>
          </a:p>
          <a:p>
            <a:pPr>
              <a:buFont typeface="Arial" panose="020B0604020202020204" pitchFamily="34" charset="0"/>
              <a:buChar char="•"/>
            </a:pPr>
            <a:r>
              <a:rPr lang="en-US" dirty="0"/>
              <a:t>Ratings and reviews</a:t>
            </a:r>
          </a:p>
          <a:p>
            <a:pPr>
              <a:buFont typeface="Arial" panose="020B0604020202020204" pitchFamily="34" charset="0"/>
              <a:buChar char="•"/>
            </a:pPr>
            <a:r>
              <a:rPr lang="en-US" dirty="0"/>
              <a:t>Entry fees and food expenses</a:t>
            </a:r>
          </a:p>
          <a:p>
            <a:pPr>
              <a:buFont typeface="Arial" panose="020B0604020202020204" pitchFamily="34" charset="0"/>
              <a:buChar char="•"/>
            </a:pPr>
            <a:r>
              <a:rPr lang="en-US" dirty="0"/>
              <a:t>Best time to visit and expected time needed</a:t>
            </a:r>
          </a:p>
          <a:p>
            <a:pPr>
              <a:buFont typeface="Arial" panose="020B0604020202020204" pitchFamily="34" charset="0"/>
              <a:buChar char="•"/>
            </a:pPr>
            <a:r>
              <a:rPr lang="en-US" dirty="0"/>
              <a:t>Weekly off days</a:t>
            </a:r>
          </a:p>
          <a:p>
            <a:pPr>
              <a:buFont typeface="Arial" panose="020B0604020202020204" pitchFamily="34" charset="0"/>
              <a:buChar char="•"/>
            </a:pPr>
            <a:r>
              <a:rPr lang="en-US" b="1" dirty="0"/>
              <a:t>Overall budget calculation</a:t>
            </a:r>
            <a:endParaRPr lang="en-US" dirty="0"/>
          </a:p>
          <a:p>
            <a:pPr>
              <a:buFont typeface="Arial" panose="020B0604020202020204" pitchFamily="34" charset="0"/>
              <a:buChar char="•"/>
            </a:pPr>
            <a:r>
              <a:rPr lang="en-US" dirty="0"/>
              <a:t>Seamless </a:t>
            </a:r>
            <a:r>
              <a:rPr lang="en-US" b="1" dirty="0"/>
              <a:t>Google Maps navigation</a:t>
            </a:r>
            <a:endParaRPr lang="en-US" dirty="0"/>
          </a:p>
          <a:p>
            <a:pPr marL="0" indent="0">
              <a:buNone/>
            </a:pPr>
            <a:r>
              <a:rPr lang="en-US" dirty="0"/>
              <a:t>By simplifying travel planning and offering all necessary trip information in one place, this application enhances user convenience and supports smarter travel decisions.</a:t>
            </a:r>
          </a:p>
          <a:p>
            <a:pPr marL="0" indent="0">
              <a:buNone/>
            </a:pPr>
            <a:endParaRPr lang="en-IN" dirty="0"/>
          </a:p>
        </p:txBody>
      </p:sp>
    </p:spTree>
    <p:extLst>
      <p:ext uri="{BB962C8B-B14F-4D97-AF65-F5344CB8AC3E}">
        <p14:creationId xmlns:p14="http://schemas.microsoft.com/office/powerpoint/2010/main" val="2124995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 y="246889"/>
            <a:ext cx="9436608" cy="685799"/>
          </a:xfrm>
        </p:spPr>
        <p:txBody>
          <a:bodyPr>
            <a:normAutofit fontScale="90000"/>
          </a:bodyPr>
          <a:lstStyle/>
          <a:p>
            <a:r>
              <a:rPr lang="en-IN" dirty="0"/>
              <a:t>MODULE DESCRIPTION</a:t>
            </a:r>
          </a:p>
        </p:txBody>
      </p:sp>
      <p:sp>
        <p:nvSpPr>
          <p:cNvPr id="3" name="Content Placeholder 2"/>
          <p:cNvSpPr>
            <a:spLocks noGrp="1"/>
          </p:cNvSpPr>
          <p:nvPr>
            <p:ph idx="1"/>
          </p:nvPr>
        </p:nvSpPr>
        <p:spPr>
          <a:xfrm>
            <a:off x="137160" y="1069848"/>
            <a:ext cx="11292840" cy="5431536"/>
          </a:xfrm>
        </p:spPr>
        <p:txBody>
          <a:bodyPr/>
          <a:lstStyle/>
          <a:p>
            <a:pPr marL="0" indent="0">
              <a:buNone/>
            </a:pPr>
            <a:r>
              <a:rPr lang="en-IN" sz="2400" dirty="0"/>
              <a:t>1. User Interface (UI) Module</a:t>
            </a:r>
          </a:p>
          <a:p>
            <a:r>
              <a:rPr lang="en-US" sz="2400" b="1" dirty="0"/>
              <a:t>Features:</a:t>
            </a:r>
            <a:endParaRPr lang="en-US" sz="2400" dirty="0"/>
          </a:p>
          <a:p>
            <a:pPr>
              <a:buFont typeface="Arial" panose="020B0604020202020204" pitchFamily="34" charset="0"/>
              <a:buChar char="•"/>
            </a:pPr>
            <a:r>
              <a:rPr lang="en-US" sz="2400" dirty="0"/>
              <a:t>Displays a </a:t>
            </a:r>
            <a:r>
              <a:rPr lang="en-US" sz="2400" b="1" dirty="0"/>
              <a:t>destination input field</a:t>
            </a:r>
            <a:r>
              <a:rPr lang="en-US" sz="2400" dirty="0"/>
              <a:t> and a </a:t>
            </a:r>
            <a:r>
              <a:rPr lang="en-US" sz="2400" b="1" dirty="0"/>
              <a:t>city dropdown</a:t>
            </a:r>
            <a:r>
              <a:rPr lang="en-US" sz="2400" dirty="0"/>
              <a:t> for users to choose their location.</a:t>
            </a:r>
          </a:p>
          <a:p>
            <a:pPr>
              <a:buFont typeface="Arial" panose="020B0604020202020204" pitchFamily="34" charset="0"/>
              <a:buChar char="•"/>
            </a:pPr>
            <a:r>
              <a:rPr lang="en-US" sz="2400" dirty="0"/>
              <a:t>Shows details about tourist places, including </a:t>
            </a:r>
            <a:r>
              <a:rPr lang="en-US" sz="2400" b="1" dirty="0"/>
              <a:t>ratings, time needed, and best time to visit</a:t>
            </a:r>
            <a:r>
              <a:rPr lang="en-US" sz="2400" dirty="0"/>
              <a:t>.</a:t>
            </a:r>
          </a:p>
          <a:p>
            <a:pPr>
              <a:buFont typeface="Arial" panose="020B0604020202020204" pitchFamily="34" charset="0"/>
              <a:buChar char="•"/>
            </a:pPr>
            <a:r>
              <a:rPr lang="en-US" sz="2400" dirty="0"/>
              <a:t>Displays a visually appealing and </a:t>
            </a:r>
            <a:r>
              <a:rPr lang="en-US" sz="2400" b="1" dirty="0"/>
              <a:t>user-friendly interface</a:t>
            </a:r>
            <a:r>
              <a:rPr lang="en-US" sz="2400" dirty="0"/>
              <a:t> with smooth navigation</a:t>
            </a:r>
            <a:r>
              <a:rPr lang="en-US" sz="2000" dirty="0"/>
              <a:t>.</a:t>
            </a:r>
          </a:p>
          <a:p>
            <a:pPr marL="0" indent="0">
              <a:buNone/>
            </a:pPr>
            <a:endParaRPr lang="en-US" sz="2000" dirty="0"/>
          </a:p>
          <a:p>
            <a:pPr marL="0" indent="0">
              <a:buNone/>
            </a:pPr>
            <a:r>
              <a:rPr lang="en-IN" sz="2000" dirty="0"/>
              <a:t>2. Destination Processing Module</a:t>
            </a:r>
          </a:p>
          <a:p>
            <a:r>
              <a:rPr lang="en-US" sz="2000" b="1" dirty="0"/>
              <a:t>Features:</a:t>
            </a:r>
            <a:endParaRPr lang="en-US" sz="2000" dirty="0"/>
          </a:p>
          <a:p>
            <a:pPr>
              <a:buFont typeface="Arial" panose="020B0604020202020204" pitchFamily="34" charset="0"/>
              <a:buChar char="•"/>
            </a:pPr>
            <a:r>
              <a:rPr lang="en-US" sz="2000" dirty="0"/>
              <a:t>Reads data from a </a:t>
            </a:r>
            <a:r>
              <a:rPr lang="en-US" sz="2000" b="1" dirty="0"/>
              <a:t>CSV file or database</a:t>
            </a:r>
            <a:r>
              <a:rPr lang="en-US" sz="2000" dirty="0"/>
              <a:t> to fetch travel details.</a:t>
            </a:r>
          </a:p>
          <a:p>
            <a:pPr>
              <a:buFont typeface="Arial" panose="020B0604020202020204" pitchFamily="34" charset="0"/>
              <a:buChar char="•"/>
            </a:pPr>
            <a:r>
              <a:rPr lang="en-US" sz="2000" dirty="0"/>
              <a:t>Retrieves information like </a:t>
            </a:r>
            <a:r>
              <a:rPr lang="en-US" sz="2000" b="1" dirty="0"/>
              <a:t>Google rating, best time to visit, time needed, and weekly off days</a:t>
            </a:r>
            <a:r>
              <a:rPr lang="en-US" sz="2000" dirty="0"/>
              <a:t>.</a:t>
            </a:r>
          </a:p>
          <a:p>
            <a:pPr>
              <a:buFont typeface="Arial" panose="020B0604020202020204" pitchFamily="34" charset="0"/>
              <a:buChar char="•"/>
            </a:pPr>
            <a:r>
              <a:rPr lang="en-US" sz="2000" dirty="0"/>
              <a:t>Sends processed data to the UI module for display.</a:t>
            </a:r>
          </a:p>
          <a:p>
            <a:pPr marL="0" indent="0">
              <a:buNone/>
            </a:pPr>
            <a:endParaRPr lang="en-IN"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9710" y="219457"/>
            <a:ext cx="11704320" cy="6460124"/>
          </a:xfrm>
        </p:spPr>
        <p:txBody>
          <a:bodyPr>
            <a:normAutofit/>
          </a:bodyPr>
          <a:lstStyle/>
          <a:p>
            <a:r>
              <a:rPr lang="en-IN" dirty="0"/>
              <a:t>3. Cost Estimation Module</a:t>
            </a:r>
          </a:p>
          <a:p>
            <a:r>
              <a:rPr lang="en-US" b="1" dirty="0"/>
              <a:t>Features:</a:t>
            </a:r>
            <a:endParaRPr lang="en-US" dirty="0"/>
          </a:p>
          <a:p>
            <a:pPr>
              <a:buFont typeface="Arial" panose="020B0604020202020204" pitchFamily="34" charset="0"/>
              <a:buChar char="•"/>
            </a:pPr>
            <a:r>
              <a:rPr lang="en-US" dirty="0"/>
              <a:t>Retrieves </a:t>
            </a:r>
            <a:r>
              <a:rPr lang="en-US" b="1" dirty="0"/>
              <a:t>entry fees</a:t>
            </a:r>
            <a:r>
              <a:rPr lang="en-US" dirty="0"/>
              <a:t> of all places in the selected city.</a:t>
            </a:r>
          </a:p>
          <a:p>
            <a:pPr>
              <a:buFont typeface="Arial" panose="020B0604020202020204" pitchFamily="34" charset="0"/>
              <a:buChar char="•"/>
            </a:pPr>
            <a:r>
              <a:rPr lang="en-US" dirty="0"/>
              <a:t>Computes the </a:t>
            </a:r>
            <a:r>
              <a:rPr lang="en-US" b="1" dirty="0"/>
              <a:t>total estimated cost</a:t>
            </a:r>
            <a:r>
              <a:rPr lang="en-US" dirty="0"/>
              <a:t> based on individual entry fees.</a:t>
            </a:r>
          </a:p>
          <a:p>
            <a:pPr>
              <a:buFont typeface="Arial" panose="020B0604020202020204" pitchFamily="34" charset="0"/>
              <a:buChar char="•"/>
            </a:pPr>
            <a:r>
              <a:rPr lang="en-US" dirty="0"/>
              <a:t>Displays the </a:t>
            </a:r>
            <a:r>
              <a:rPr lang="en-US" b="1" dirty="0"/>
              <a:t>total budget required</a:t>
            </a:r>
            <a:r>
              <a:rPr lang="en-US" dirty="0"/>
              <a:t> on the UI.</a:t>
            </a:r>
          </a:p>
          <a:p>
            <a:pPr marL="0" indent="0">
              <a:buNone/>
            </a:pPr>
            <a:endParaRPr lang="en-IN" dirty="0"/>
          </a:p>
          <a:p>
            <a:pPr marL="0" indent="0">
              <a:buNone/>
            </a:pPr>
            <a:r>
              <a:rPr lang="en-US" dirty="0"/>
              <a:t>4. Google Maps Integration Module</a:t>
            </a:r>
            <a:endParaRPr lang="en-IN" dirty="0"/>
          </a:p>
          <a:p>
            <a:r>
              <a:rPr lang="en-US" b="1" dirty="0"/>
              <a:t>Features:</a:t>
            </a:r>
            <a:endParaRPr lang="en-US" dirty="0"/>
          </a:p>
          <a:p>
            <a:pPr>
              <a:buFont typeface="Arial" panose="020B0604020202020204" pitchFamily="34" charset="0"/>
              <a:buChar char="•"/>
            </a:pPr>
            <a:r>
              <a:rPr lang="en-US" dirty="0"/>
              <a:t>Retrieves </a:t>
            </a:r>
            <a:r>
              <a:rPr lang="en-US" b="1" dirty="0"/>
              <a:t>location coordinates</a:t>
            </a:r>
            <a:r>
              <a:rPr lang="en-US" dirty="0"/>
              <a:t> of tourist places.</a:t>
            </a:r>
          </a:p>
          <a:p>
            <a:pPr>
              <a:buFont typeface="Arial" panose="020B0604020202020204" pitchFamily="34" charset="0"/>
              <a:buChar char="•"/>
            </a:pPr>
            <a:r>
              <a:rPr lang="en-US" dirty="0"/>
              <a:t>Displays a </a:t>
            </a:r>
            <a:r>
              <a:rPr lang="en-US" b="1" dirty="0"/>
              <a:t>map with markers</a:t>
            </a:r>
            <a:r>
              <a:rPr lang="en-US" dirty="0"/>
              <a:t> for all places in the selected city.</a:t>
            </a:r>
          </a:p>
          <a:p>
            <a:pPr>
              <a:buFont typeface="Arial" panose="020B0604020202020204" pitchFamily="34" charset="0"/>
              <a:buChar char="•"/>
            </a:pPr>
            <a:r>
              <a:rPr lang="en-US" dirty="0"/>
              <a:t>Provides a </a:t>
            </a:r>
            <a:r>
              <a:rPr lang="en-US" b="1" dirty="0"/>
              <a:t>navigation button</a:t>
            </a:r>
            <a:r>
              <a:rPr lang="en-US" dirty="0"/>
              <a:t> to open Google Maps for directions.</a:t>
            </a:r>
          </a:p>
          <a:p>
            <a:pPr marL="0" indent="0">
              <a:buNone/>
            </a:pP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F80182-4649-F918-11CB-085CD9FEE7C3}"/>
              </a:ext>
            </a:extLst>
          </p:cNvPr>
          <p:cNvSpPr>
            <a:spLocks noGrp="1"/>
          </p:cNvSpPr>
          <p:nvPr>
            <p:ph idx="1"/>
          </p:nvPr>
        </p:nvSpPr>
        <p:spPr>
          <a:xfrm>
            <a:off x="234176" y="223024"/>
            <a:ext cx="11708780" cy="6367347"/>
          </a:xfrm>
        </p:spPr>
        <p:txBody>
          <a:bodyPr/>
          <a:lstStyle/>
          <a:p>
            <a:r>
              <a:rPr lang="en-IN" dirty="0"/>
              <a:t>5. Data Management Module</a:t>
            </a:r>
          </a:p>
          <a:p>
            <a:r>
              <a:rPr lang="en-US" b="1" dirty="0"/>
              <a:t>Features:</a:t>
            </a:r>
            <a:endParaRPr lang="en-US" dirty="0"/>
          </a:p>
          <a:p>
            <a:pPr>
              <a:buFont typeface="Arial" panose="020B0604020202020204" pitchFamily="34" charset="0"/>
              <a:buChar char="•"/>
            </a:pPr>
            <a:r>
              <a:rPr lang="en-US" dirty="0"/>
              <a:t>Stores city and travel place details in a </a:t>
            </a:r>
            <a:r>
              <a:rPr lang="en-US" b="1" dirty="0"/>
              <a:t>CSV file or database</a:t>
            </a:r>
            <a:r>
              <a:rPr lang="en-US" dirty="0"/>
              <a:t>.</a:t>
            </a:r>
          </a:p>
          <a:p>
            <a:pPr>
              <a:buFont typeface="Arial" panose="020B0604020202020204" pitchFamily="34" charset="0"/>
              <a:buChar char="•"/>
            </a:pPr>
            <a:r>
              <a:rPr lang="en-US" dirty="0"/>
              <a:t>Ensures </a:t>
            </a:r>
            <a:r>
              <a:rPr lang="en-US" b="1" dirty="0"/>
              <a:t>efficient data retrieval</a:t>
            </a:r>
            <a:r>
              <a:rPr lang="en-US" dirty="0"/>
              <a:t> to optimize app performance.</a:t>
            </a:r>
          </a:p>
          <a:p>
            <a:pPr>
              <a:buFont typeface="Arial" panose="020B0604020202020204" pitchFamily="34" charset="0"/>
              <a:buChar char="•"/>
            </a:pPr>
            <a:r>
              <a:rPr lang="en-US" dirty="0"/>
              <a:t>Updates and manages place details dynamically.</a:t>
            </a:r>
          </a:p>
          <a:p>
            <a:endParaRPr lang="en-IN" dirty="0"/>
          </a:p>
          <a:p>
            <a:pPr marL="0" indent="0">
              <a:buNone/>
            </a:pPr>
            <a:endParaRPr lang="en-IN" dirty="0"/>
          </a:p>
        </p:txBody>
      </p:sp>
    </p:spTree>
    <p:extLst>
      <p:ext uri="{BB962C8B-B14F-4D97-AF65-F5344CB8AC3E}">
        <p14:creationId xmlns:p14="http://schemas.microsoft.com/office/powerpoint/2010/main" val="4050800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BDAF02E-6B21-1A67-36D8-3A8134AFA74E}"/>
              </a:ext>
            </a:extLst>
          </p:cNvPr>
          <p:cNvSpPr>
            <a:spLocks noGrp="1"/>
          </p:cNvSpPr>
          <p:nvPr>
            <p:ph type="title"/>
          </p:nvPr>
        </p:nvSpPr>
        <p:spPr>
          <a:xfrm>
            <a:off x="762000" y="402337"/>
            <a:ext cx="10668000" cy="923544"/>
          </a:xfrm>
        </p:spPr>
        <p:txBody>
          <a:bodyPr>
            <a:normAutofit/>
          </a:bodyPr>
          <a:lstStyle/>
          <a:p>
            <a:r>
              <a:rPr lang="en-IN" dirty="0"/>
              <a:t>ARCHITECTURE DIAGRAM </a:t>
            </a:r>
          </a:p>
        </p:txBody>
      </p:sp>
      <p:pic>
        <p:nvPicPr>
          <p:cNvPr id="3" name="Content Placeholder 2">
            <a:extLst>
              <a:ext uri="{FF2B5EF4-FFF2-40B4-BE49-F238E27FC236}">
                <a16:creationId xmlns:a16="http://schemas.microsoft.com/office/drawing/2014/main" id="{4CF15AB0-7681-8EC4-0108-C2788E5CC8AB}"/>
              </a:ext>
            </a:extLst>
          </p:cNvPr>
          <p:cNvPicPr>
            <a:picLocks noGrp="1" noChangeAspect="1"/>
          </p:cNvPicPr>
          <p:nvPr>
            <p:ph idx="1"/>
          </p:nvPr>
        </p:nvPicPr>
        <p:blipFill>
          <a:blip r:embed="rId2"/>
          <a:stretch>
            <a:fillRect/>
          </a:stretch>
        </p:blipFill>
        <p:spPr>
          <a:xfrm>
            <a:off x="1168482" y="1828800"/>
            <a:ext cx="9523249" cy="4267200"/>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6032" y="173737"/>
            <a:ext cx="11658600" cy="822959"/>
          </a:xfrm>
        </p:spPr>
        <p:txBody>
          <a:bodyPr>
            <a:normAutofit/>
          </a:bodyPr>
          <a:lstStyle/>
          <a:p>
            <a:r>
              <a:rPr lang="en-IN" dirty="0"/>
              <a:t>OUTPUT</a:t>
            </a:r>
          </a:p>
        </p:txBody>
      </p:sp>
      <p:pic>
        <p:nvPicPr>
          <p:cNvPr id="5" name="Content Placeholder 4">
            <a:extLst>
              <a:ext uri="{FF2B5EF4-FFF2-40B4-BE49-F238E27FC236}">
                <a16:creationId xmlns:a16="http://schemas.microsoft.com/office/drawing/2014/main" id="{A6DA9763-346A-615D-9E19-87D7CFFF0735}"/>
              </a:ext>
            </a:extLst>
          </p:cNvPr>
          <p:cNvPicPr>
            <a:picLocks noGrp="1" noChangeAspect="1"/>
          </p:cNvPicPr>
          <p:nvPr>
            <p:ph idx="1"/>
          </p:nvPr>
        </p:nvPicPr>
        <p:blipFill>
          <a:blip r:embed="rId2"/>
          <a:stretch>
            <a:fillRect/>
          </a:stretch>
        </p:blipFill>
        <p:spPr>
          <a:xfrm>
            <a:off x="3426599" y="996950"/>
            <a:ext cx="5316577" cy="5440363"/>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096F7-656A-5119-A4EB-8B082A355E0E}"/>
              </a:ext>
            </a:extLst>
          </p:cNvPr>
          <p:cNvSpPr>
            <a:spLocks noGrp="1"/>
          </p:cNvSpPr>
          <p:nvPr>
            <p:ph type="title"/>
          </p:nvPr>
        </p:nvSpPr>
        <p:spPr>
          <a:xfrm>
            <a:off x="762000" y="155448"/>
            <a:ext cx="10668000" cy="606552"/>
          </a:xfrm>
        </p:spPr>
        <p:txBody>
          <a:bodyPr>
            <a:normAutofit fontScale="90000"/>
          </a:bodyPr>
          <a:lstStyle/>
          <a:p>
            <a:r>
              <a:rPr lang="en-IN" dirty="0"/>
              <a:t>OUTPUT</a:t>
            </a:r>
          </a:p>
        </p:txBody>
      </p:sp>
      <p:sp>
        <p:nvSpPr>
          <p:cNvPr id="3" name="Text Placeholder 2">
            <a:extLst>
              <a:ext uri="{FF2B5EF4-FFF2-40B4-BE49-F238E27FC236}">
                <a16:creationId xmlns:a16="http://schemas.microsoft.com/office/drawing/2014/main" id="{C9D6304C-87A7-16D0-ED63-76758AAD3716}"/>
              </a:ext>
            </a:extLst>
          </p:cNvPr>
          <p:cNvSpPr>
            <a:spLocks noGrp="1"/>
          </p:cNvSpPr>
          <p:nvPr>
            <p:ph type="body" idx="1"/>
          </p:nvPr>
        </p:nvSpPr>
        <p:spPr/>
        <p:txBody>
          <a:bodyPr/>
          <a:lstStyle/>
          <a:p>
            <a:endParaRPr lang="en-IN"/>
          </a:p>
        </p:txBody>
      </p:sp>
      <p:pic>
        <p:nvPicPr>
          <p:cNvPr id="8" name="Content Placeholder 7">
            <a:extLst>
              <a:ext uri="{FF2B5EF4-FFF2-40B4-BE49-F238E27FC236}">
                <a16:creationId xmlns:a16="http://schemas.microsoft.com/office/drawing/2014/main" id="{2B7F7173-C8CB-0E8D-03BC-63FBD8ED0847}"/>
              </a:ext>
            </a:extLst>
          </p:cNvPr>
          <p:cNvPicPr>
            <a:picLocks noGrp="1" noChangeAspect="1"/>
          </p:cNvPicPr>
          <p:nvPr>
            <p:ph sz="half" idx="2"/>
          </p:nvPr>
        </p:nvPicPr>
        <p:blipFill>
          <a:blip r:embed="rId2"/>
          <a:stretch>
            <a:fillRect/>
          </a:stretch>
        </p:blipFill>
        <p:spPr>
          <a:xfrm>
            <a:off x="762000" y="1357145"/>
            <a:ext cx="4572000" cy="4451684"/>
          </a:xfrm>
        </p:spPr>
      </p:pic>
      <p:sp>
        <p:nvSpPr>
          <p:cNvPr id="5" name="Text Placeholder 4">
            <a:extLst>
              <a:ext uri="{FF2B5EF4-FFF2-40B4-BE49-F238E27FC236}">
                <a16:creationId xmlns:a16="http://schemas.microsoft.com/office/drawing/2014/main" id="{3672E738-671C-FF15-FFF3-CE7F70ED3446}"/>
              </a:ext>
            </a:extLst>
          </p:cNvPr>
          <p:cNvSpPr>
            <a:spLocks noGrp="1"/>
          </p:cNvSpPr>
          <p:nvPr>
            <p:ph type="body" sz="quarter" idx="3"/>
          </p:nvPr>
        </p:nvSpPr>
        <p:spPr/>
        <p:txBody>
          <a:bodyPr/>
          <a:lstStyle/>
          <a:p>
            <a:endParaRPr lang="en-IN"/>
          </a:p>
        </p:txBody>
      </p:sp>
      <p:pic>
        <p:nvPicPr>
          <p:cNvPr id="10" name="Content Placeholder 9">
            <a:extLst>
              <a:ext uri="{FF2B5EF4-FFF2-40B4-BE49-F238E27FC236}">
                <a16:creationId xmlns:a16="http://schemas.microsoft.com/office/drawing/2014/main" id="{B3061CE0-C41C-8D2E-33B7-63AA0F4C5949}"/>
              </a:ext>
            </a:extLst>
          </p:cNvPr>
          <p:cNvPicPr>
            <a:picLocks noGrp="1" noChangeAspect="1"/>
          </p:cNvPicPr>
          <p:nvPr>
            <p:ph sz="quarter" idx="4"/>
          </p:nvPr>
        </p:nvPicPr>
        <p:blipFill>
          <a:blip r:embed="rId3"/>
          <a:stretch>
            <a:fillRect/>
          </a:stretch>
        </p:blipFill>
        <p:spPr>
          <a:xfrm>
            <a:off x="6858000" y="1392385"/>
            <a:ext cx="4572000" cy="4381205"/>
          </a:xfrm>
        </p:spPr>
      </p:pic>
    </p:spTree>
    <p:extLst>
      <p:ext uri="{BB962C8B-B14F-4D97-AF65-F5344CB8AC3E}">
        <p14:creationId xmlns:p14="http://schemas.microsoft.com/office/powerpoint/2010/main" val="1923897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24A3E-DD1A-40B9-61F3-EC1361B62B9D}"/>
              </a:ext>
            </a:extLst>
          </p:cNvPr>
          <p:cNvSpPr>
            <a:spLocks noGrp="1"/>
          </p:cNvSpPr>
          <p:nvPr>
            <p:ph type="title"/>
          </p:nvPr>
        </p:nvSpPr>
        <p:spPr>
          <a:xfrm>
            <a:off x="762000" y="228601"/>
            <a:ext cx="9144000" cy="777240"/>
          </a:xfrm>
        </p:spPr>
        <p:txBody>
          <a:bodyPr/>
          <a:lstStyle/>
          <a:p>
            <a:r>
              <a:rPr lang="en-IN" dirty="0"/>
              <a:t>OUTPUT</a:t>
            </a:r>
          </a:p>
        </p:txBody>
      </p:sp>
      <p:pic>
        <p:nvPicPr>
          <p:cNvPr id="6" name="Content Placeholder 5">
            <a:extLst>
              <a:ext uri="{FF2B5EF4-FFF2-40B4-BE49-F238E27FC236}">
                <a16:creationId xmlns:a16="http://schemas.microsoft.com/office/drawing/2014/main" id="{52681AF4-A492-673C-F1B2-FD72CE460356}"/>
              </a:ext>
            </a:extLst>
          </p:cNvPr>
          <p:cNvPicPr>
            <a:picLocks noGrp="1" noChangeAspect="1"/>
          </p:cNvPicPr>
          <p:nvPr>
            <p:ph sz="half" idx="1"/>
          </p:nvPr>
        </p:nvPicPr>
        <p:blipFill>
          <a:blip r:embed="rId2"/>
          <a:stretch>
            <a:fillRect/>
          </a:stretch>
        </p:blipFill>
        <p:spPr>
          <a:xfrm>
            <a:off x="762000" y="1596846"/>
            <a:ext cx="4916488" cy="4550133"/>
          </a:xfrm>
        </p:spPr>
      </p:pic>
      <p:pic>
        <p:nvPicPr>
          <p:cNvPr id="7" name="Content Placeholder 6">
            <a:extLst>
              <a:ext uri="{FF2B5EF4-FFF2-40B4-BE49-F238E27FC236}">
                <a16:creationId xmlns:a16="http://schemas.microsoft.com/office/drawing/2014/main" id="{CF1C5D7E-1A07-FE72-0207-6994064BEC41}"/>
              </a:ext>
            </a:extLst>
          </p:cNvPr>
          <p:cNvPicPr>
            <a:picLocks noGrp="1" noChangeAspect="1"/>
          </p:cNvPicPr>
          <p:nvPr>
            <p:ph sz="half" idx="2"/>
          </p:nvPr>
        </p:nvPicPr>
        <p:blipFill>
          <a:blip r:embed="rId3"/>
          <a:stretch>
            <a:fillRect/>
          </a:stretch>
        </p:blipFill>
        <p:spPr>
          <a:xfrm>
            <a:off x="6638544" y="1545867"/>
            <a:ext cx="4333659" cy="4550133"/>
          </a:xfrm>
        </p:spPr>
      </p:pic>
    </p:spTree>
    <p:extLst>
      <p:ext uri="{BB962C8B-B14F-4D97-AF65-F5344CB8AC3E}">
        <p14:creationId xmlns:p14="http://schemas.microsoft.com/office/powerpoint/2010/main" val="26673552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5E740-44F6-682C-22EE-F75A7F0943D0}"/>
              </a:ext>
            </a:extLst>
          </p:cNvPr>
          <p:cNvSpPr>
            <a:spLocks noGrp="1"/>
          </p:cNvSpPr>
          <p:nvPr>
            <p:ph type="title"/>
          </p:nvPr>
        </p:nvSpPr>
        <p:spPr>
          <a:xfrm>
            <a:off x="356616" y="246889"/>
            <a:ext cx="11000232" cy="704087"/>
          </a:xfrm>
        </p:spPr>
        <p:txBody>
          <a:bodyPr>
            <a:normAutofit/>
          </a:bodyPr>
          <a:lstStyle/>
          <a:p>
            <a:r>
              <a:rPr lang="en-IN" sz="4000" dirty="0">
                <a:effectLst/>
                <a:ea typeface="Aptos" panose="020B0004020202020204" pitchFamily="34" charset="0"/>
                <a:cs typeface="Times New Roman" panose="02020603050405020304" pitchFamily="18" charset="0"/>
              </a:rPr>
              <a:t>Benefits of the Project</a:t>
            </a:r>
            <a:endParaRPr lang="en-IN" sz="4000" dirty="0"/>
          </a:p>
        </p:txBody>
      </p:sp>
      <p:sp>
        <p:nvSpPr>
          <p:cNvPr id="3" name="Content Placeholder 2">
            <a:extLst>
              <a:ext uri="{FF2B5EF4-FFF2-40B4-BE49-F238E27FC236}">
                <a16:creationId xmlns:a16="http://schemas.microsoft.com/office/drawing/2014/main" id="{75AA34E5-372F-8FB8-9ADA-EBE69D395077}"/>
              </a:ext>
            </a:extLst>
          </p:cNvPr>
          <p:cNvSpPr>
            <a:spLocks noGrp="1"/>
          </p:cNvSpPr>
          <p:nvPr>
            <p:ph idx="1"/>
          </p:nvPr>
        </p:nvSpPr>
        <p:spPr>
          <a:xfrm>
            <a:off x="356616" y="1161288"/>
            <a:ext cx="11420856" cy="5349240"/>
          </a:xfrm>
        </p:spPr>
        <p:txBody>
          <a:bodyPr>
            <a:normAutofit/>
          </a:bodyPr>
          <a:lstStyle/>
          <a:p>
            <a:endParaRPr lang="en-IN" dirty="0"/>
          </a:p>
          <a:p>
            <a:pPr>
              <a:buNone/>
            </a:pPr>
            <a:r>
              <a:rPr lang="en-US" b="1" dirty="0"/>
              <a:t>1. Personalized Travel Experience</a:t>
            </a:r>
          </a:p>
          <a:p>
            <a:pPr>
              <a:buFont typeface="Arial" panose="020B0604020202020204" pitchFamily="34" charset="0"/>
              <a:buChar char="•"/>
            </a:pPr>
            <a:r>
              <a:rPr lang="en-US" dirty="0"/>
              <a:t>Users receive a </a:t>
            </a:r>
            <a:r>
              <a:rPr lang="en-US" b="1" dirty="0"/>
              <a:t>custom itinerary</a:t>
            </a:r>
            <a:r>
              <a:rPr lang="en-US" dirty="0"/>
              <a:t> based on the city they select.</a:t>
            </a:r>
          </a:p>
          <a:p>
            <a:pPr>
              <a:buFont typeface="Arial" panose="020B0604020202020204" pitchFamily="34" charset="0"/>
              <a:buChar char="•"/>
            </a:pPr>
            <a:r>
              <a:rPr lang="en-US" dirty="0"/>
              <a:t>Details like </a:t>
            </a:r>
            <a:r>
              <a:rPr lang="en-US" b="1" dirty="0"/>
              <a:t>best time to visit</a:t>
            </a:r>
            <a:r>
              <a:rPr lang="en-US" dirty="0"/>
              <a:t>, </a:t>
            </a:r>
            <a:r>
              <a:rPr lang="en-US" b="1" dirty="0"/>
              <a:t>food costs</a:t>
            </a:r>
            <a:r>
              <a:rPr lang="en-US" dirty="0"/>
              <a:t>, and </a:t>
            </a:r>
            <a:r>
              <a:rPr lang="en-US" b="1" dirty="0"/>
              <a:t>weekly offs</a:t>
            </a:r>
            <a:r>
              <a:rPr lang="en-US" dirty="0"/>
              <a:t> help travelers plan efficiently.</a:t>
            </a:r>
          </a:p>
          <a:p>
            <a:pPr>
              <a:buNone/>
            </a:pPr>
            <a:r>
              <a:rPr lang="en-US" b="1" dirty="0"/>
              <a:t>2. Time and Cost Efficiency</a:t>
            </a:r>
          </a:p>
          <a:p>
            <a:pPr marL="0" indent="0">
              <a:buNone/>
            </a:pPr>
            <a:r>
              <a:rPr lang="en-US" dirty="0"/>
              <a:t>By providing </a:t>
            </a:r>
            <a:r>
              <a:rPr lang="en-US" b="1" dirty="0"/>
              <a:t>entry fees</a:t>
            </a:r>
            <a:r>
              <a:rPr lang="en-US" dirty="0"/>
              <a:t>, </a:t>
            </a:r>
            <a:r>
              <a:rPr lang="en-US" b="1" dirty="0"/>
              <a:t>food expenses</a:t>
            </a:r>
            <a:r>
              <a:rPr lang="en-US" dirty="0"/>
              <a:t>, and </a:t>
            </a:r>
            <a:r>
              <a:rPr lang="en-US" b="1" dirty="0"/>
              <a:t>time needed</a:t>
            </a:r>
            <a:r>
              <a:rPr lang="en-US" dirty="0"/>
              <a:t> at each place, users can:</a:t>
            </a:r>
          </a:p>
          <a:p>
            <a:pPr marL="742950" lvl="1" indent="-285750">
              <a:buFont typeface="Arial" panose="020B0604020202020204" pitchFamily="34" charset="0"/>
              <a:buChar char="•"/>
            </a:pPr>
            <a:r>
              <a:rPr lang="en-US" dirty="0"/>
              <a:t>Estimate their </a:t>
            </a:r>
            <a:r>
              <a:rPr lang="en-US" b="1" dirty="0"/>
              <a:t>daily budget</a:t>
            </a:r>
            <a:endParaRPr lang="en-US" dirty="0"/>
          </a:p>
          <a:p>
            <a:pPr marL="742950" lvl="1" indent="-285750">
              <a:buFont typeface="Arial" panose="020B0604020202020204" pitchFamily="34" charset="0"/>
              <a:buChar char="•"/>
            </a:pPr>
            <a:r>
              <a:rPr lang="en-US" dirty="0"/>
              <a:t>Avoid overspending</a:t>
            </a:r>
          </a:p>
          <a:p>
            <a:pPr marL="742950" lvl="1" indent="-285750">
              <a:buFont typeface="Arial" panose="020B0604020202020204" pitchFamily="34" charset="0"/>
              <a:buChar char="•"/>
            </a:pPr>
            <a:r>
              <a:rPr lang="en-US" dirty="0"/>
              <a:t>Cover </a:t>
            </a:r>
            <a:r>
              <a:rPr lang="en-US" b="1" dirty="0"/>
              <a:t>more attractions in less time</a:t>
            </a:r>
            <a:endParaRPr lang="en-US" dirty="0"/>
          </a:p>
          <a:p>
            <a:endParaRPr lang="en-IN" sz="1600" dirty="0"/>
          </a:p>
        </p:txBody>
      </p:sp>
    </p:spTree>
    <p:extLst>
      <p:ext uri="{BB962C8B-B14F-4D97-AF65-F5344CB8AC3E}">
        <p14:creationId xmlns:p14="http://schemas.microsoft.com/office/powerpoint/2010/main" val="1273085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DCCCEC-6021-2470-987B-D8833BCD5D29}"/>
              </a:ext>
            </a:extLst>
          </p:cNvPr>
          <p:cNvSpPr>
            <a:spLocks noGrp="1"/>
          </p:cNvSpPr>
          <p:nvPr>
            <p:ph idx="1"/>
          </p:nvPr>
        </p:nvSpPr>
        <p:spPr>
          <a:xfrm>
            <a:off x="374904" y="356616"/>
            <a:ext cx="11402568" cy="6172199"/>
          </a:xfrm>
        </p:spPr>
        <p:txBody>
          <a:bodyPr/>
          <a:lstStyle/>
          <a:p>
            <a:pPr>
              <a:buNone/>
            </a:pPr>
            <a:r>
              <a:rPr lang="en-US" b="1" dirty="0"/>
              <a:t>3.Integrated Navigation</a:t>
            </a:r>
          </a:p>
          <a:p>
            <a:pPr>
              <a:buFont typeface="Arial" panose="020B0604020202020204" pitchFamily="34" charset="0"/>
              <a:buChar char="•"/>
            </a:pPr>
            <a:r>
              <a:rPr lang="en-US" dirty="0"/>
              <a:t>With </a:t>
            </a:r>
            <a:r>
              <a:rPr lang="en-US" b="1" dirty="0"/>
              <a:t>Google Maps integration</a:t>
            </a:r>
            <a:r>
              <a:rPr lang="en-US" dirty="0"/>
              <a:t>, users can navigate from one place to another seamlessly.</a:t>
            </a:r>
          </a:p>
          <a:p>
            <a:pPr>
              <a:buFont typeface="Arial" panose="020B0604020202020204" pitchFamily="34" charset="0"/>
              <a:buChar char="•"/>
            </a:pPr>
            <a:r>
              <a:rPr lang="en-US" dirty="0"/>
              <a:t>Saves time and reduces the chances of getting lost in a new city.</a:t>
            </a:r>
          </a:p>
          <a:p>
            <a:pPr>
              <a:buNone/>
            </a:pPr>
            <a:r>
              <a:rPr lang="en-US" b="1" dirty="0"/>
              <a:t>4.Great Use Case for Students &amp; Solo Travelers</a:t>
            </a:r>
          </a:p>
          <a:p>
            <a:pPr>
              <a:buFont typeface="Arial" panose="020B0604020202020204" pitchFamily="34" charset="0"/>
              <a:buChar char="•"/>
            </a:pPr>
            <a:r>
              <a:rPr lang="en-US" dirty="0"/>
              <a:t>Especially helpful for:</a:t>
            </a:r>
          </a:p>
          <a:p>
            <a:pPr marL="742950" lvl="1" indent="-285750">
              <a:buFont typeface="Arial" panose="020B0604020202020204" pitchFamily="34" charset="0"/>
              <a:buChar char="•"/>
            </a:pPr>
            <a:r>
              <a:rPr lang="en-US" dirty="0"/>
              <a:t>Students planning low-budget trips</a:t>
            </a:r>
          </a:p>
          <a:p>
            <a:pPr marL="742950" lvl="1" indent="-285750">
              <a:buFont typeface="Arial" panose="020B0604020202020204" pitchFamily="34" charset="0"/>
              <a:buChar char="•"/>
            </a:pPr>
            <a:r>
              <a:rPr lang="en-US" dirty="0"/>
              <a:t>First-time solo travelers</a:t>
            </a:r>
          </a:p>
          <a:p>
            <a:pPr marL="742950" lvl="1" indent="-285750">
              <a:buFont typeface="Arial" panose="020B0604020202020204" pitchFamily="34" charset="0"/>
              <a:buChar char="•"/>
            </a:pPr>
            <a:r>
              <a:rPr lang="en-US" dirty="0"/>
              <a:t>Families trying to manage a full-day itinerary</a:t>
            </a:r>
          </a:p>
          <a:p>
            <a:pPr marL="0" indent="0">
              <a:buNone/>
            </a:pPr>
            <a:endParaRPr lang="en-IN" b="1" dirty="0"/>
          </a:p>
        </p:txBody>
      </p:sp>
    </p:spTree>
    <p:extLst>
      <p:ext uri="{BB962C8B-B14F-4D97-AF65-F5344CB8AC3E}">
        <p14:creationId xmlns:p14="http://schemas.microsoft.com/office/powerpoint/2010/main" val="4288837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88B89-CACA-277F-4781-42F8623F38FE}"/>
              </a:ext>
            </a:extLst>
          </p:cNvPr>
          <p:cNvSpPr>
            <a:spLocks noGrp="1"/>
          </p:cNvSpPr>
          <p:nvPr>
            <p:ph type="title"/>
          </p:nvPr>
        </p:nvSpPr>
        <p:spPr>
          <a:xfrm>
            <a:off x="347472" y="192025"/>
            <a:ext cx="11402568" cy="713232"/>
          </a:xfrm>
        </p:spPr>
        <p:txBody>
          <a:bodyPr>
            <a:normAutofit/>
          </a:bodyPr>
          <a:lstStyle/>
          <a:p>
            <a:r>
              <a:rPr lang="en-IN" sz="4000" dirty="0">
                <a:effectLst/>
                <a:ea typeface="Aptos" panose="020B0004020202020204" pitchFamily="34" charset="0"/>
                <a:cs typeface="Times New Roman" panose="02020603050405020304" pitchFamily="18" charset="0"/>
              </a:rPr>
              <a:t>Future Scope</a:t>
            </a:r>
            <a:endParaRPr lang="en-IN" sz="4000" dirty="0"/>
          </a:p>
        </p:txBody>
      </p:sp>
      <p:sp>
        <p:nvSpPr>
          <p:cNvPr id="3" name="Content Placeholder 2">
            <a:extLst>
              <a:ext uri="{FF2B5EF4-FFF2-40B4-BE49-F238E27FC236}">
                <a16:creationId xmlns:a16="http://schemas.microsoft.com/office/drawing/2014/main" id="{049620D5-092D-843D-01D2-91D2732B778D}"/>
              </a:ext>
            </a:extLst>
          </p:cNvPr>
          <p:cNvSpPr>
            <a:spLocks noGrp="1"/>
          </p:cNvSpPr>
          <p:nvPr>
            <p:ph idx="1"/>
          </p:nvPr>
        </p:nvSpPr>
        <p:spPr>
          <a:xfrm>
            <a:off x="347472" y="905258"/>
            <a:ext cx="11503152" cy="5586982"/>
          </a:xfrm>
        </p:spPr>
        <p:txBody>
          <a:bodyPr>
            <a:normAutofit fontScale="92500" lnSpcReduction="10000"/>
          </a:bodyPr>
          <a:lstStyle/>
          <a:p>
            <a:pPr>
              <a:buNone/>
            </a:pPr>
            <a:r>
              <a:rPr lang="en-US" b="1" dirty="0"/>
              <a:t>1. Machine Learning for Smart Itinerary Planning</a:t>
            </a:r>
          </a:p>
          <a:p>
            <a:pPr>
              <a:buFont typeface="Arial" panose="020B0604020202020204" pitchFamily="34" charset="0"/>
              <a:buChar char="•"/>
            </a:pPr>
            <a:r>
              <a:rPr lang="en-US" dirty="0"/>
              <a:t>Use </a:t>
            </a:r>
            <a:r>
              <a:rPr lang="en-US" b="1" dirty="0"/>
              <a:t>Machine Learning models</a:t>
            </a:r>
            <a:r>
              <a:rPr lang="en-US" dirty="0"/>
              <a:t> (like Random Forest, K-Means) to:</a:t>
            </a:r>
          </a:p>
          <a:p>
            <a:pPr marL="742950" lvl="1" indent="-285750">
              <a:buFont typeface="Arial" panose="020B0604020202020204" pitchFamily="34" charset="0"/>
              <a:buChar char="•"/>
            </a:pPr>
            <a:r>
              <a:rPr lang="en-US" dirty="0"/>
              <a:t>Predict </a:t>
            </a:r>
            <a:r>
              <a:rPr lang="en-US" b="1" dirty="0"/>
              <a:t>crowd levels</a:t>
            </a:r>
            <a:r>
              <a:rPr lang="en-US" dirty="0"/>
              <a:t> at places</a:t>
            </a:r>
          </a:p>
          <a:p>
            <a:pPr marL="742950" lvl="1" indent="-285750">
              <a:buFont typeface="Arial" panose="020B0604020202020204" pitchFamily="34" charset="0"/>
              <a:buChar char="•"/>
            </a:pPr>
            <a:r>
              <a:rPr lang="en-US" dirty="0"/>
              <a:t>Optimize the </a:t>
            </a:r>
            <a:r>
              <a:rPr lang="en-US" b="1" dirty="0"/>
              <a:t>order of visit</a:t>
            </a:r>
            <a:r>
              <a:rPr lang="en-US" dirty="0"/>
              <a:t> based on user preference (e.g., relaxed vs. adventure)</a:t>
            </a:r>
          </a:p>
          <a:p>
            <a:pPr marL="742950" lvl="1" indent="-285750">
              <a:buFont typeface="Arial" panose="020B0604020202020204" pitchFamily="34" charset="0"/>
              <a:buChar char="•"/>
            </a:pPr>
            <a:r>
              <a:rPr lang="en-US" dirty="0"/>
              <a:t>Recommend places based on </a:t>
            </a:r>
            <a:r>
              <a:rPr lang="en-US" b="1" dirty="0"/>
              <a:t>user behavior or reviews</a:t>
            </a:r>
            <a:endParaRPr lang="en-US" dirty="0"/>
          </a:p>
          <a:p>
            <a:pPr>
              <a:buNone/>
            </a:pPr>
            <a:r>
              <a:rPr lang="en-US" b="1" dirty="0"/>
              <a:t>2. Real-Time Crowd and Weather Data</a:t>
            </a:r>
          </a:p>
          <a:p>
            <a:pPr>
              <a:buFont typeface="Arial" panose="020B0604020202020204" pitchFamily="34" charset="0"/>
              <a:buChar char="•"/>
            </a:pPr>
            <a:r>
              <a:rPr lang="en-US" dirty="0"/>
              <a:t>Integrate APIs to:</a:t>
            </a:r>
          </a:p>
          <a:p>
            <a:pPr marL="742950" lvl="1" indent="-285750">
              <a:buFont typeface="Arial" panose="020B0604020202020204" pitchFamily="34" charset="0"/>
              <a:buChar char="•"/>
            </a:pPr>
            <a:r>
              <a:rPr lang="en-US" dirty="0"/>
              <a:t>Show </a:t>
            </a:r>
            <a:r>
              <a:rPr lang="en-US" b="1" dirty="0"/>
              <a:t>live crowd density</a:t>
            </a:r>
            <a:endParaRPr lang="en-US" dirty="0"/>
          </a:p>
          <a:p>
            <a:pPr marL="742950" lvl="1" indent="-285750">
              <a:buFont typeface="Arial" panose="020B0604020202020204" pitchFamily="34" charset="0"/>
              <a:buChar char="•"/>
            </a:pPr>
            <a:r>
              <a:rPr lang="en-US" dirty="0"/>
              <a:t>Provide </a:t>
            </a:r>
            <a:r>
              <a:rPr lang="en-US" b="1" dirty="0"/>
              <a:t>real-time weather updates</a:t>
            </a:r>
            <a:r>
              <a:rPr lang="en-US" dirty="0"/>
              <a:t> to help users change plans on the go</a:t>
            </a:r>
          </a:p>
          <a:p>
            <a:pPr>
              <a:buNone/>
            </a:pPr>
            <a:r>
              <a:rPr lang="en-US" b="1" dirty="0"/>
              <a:t>3. User Authentication and Profiles</a:t>
            </a:r>
          </a:p>
          <a:p>
            <a:pPr>
              <a:buFont typeface="Arial" panose="020B0604020202020204" pitchFamily="34" charset="0"/>
              <a:buChar char="•"/>
            </a:pPr>
            <a:r>
              <a:rPr lang="en-US" dirty="0"/>
              <a:t>Allow users to:</a:t>
            </a:r>
          </a:p>
          <a:p>
            <a:pPr marL="742950" lvl="1" indent="-285750">
              <a:buFont typeface="Arial" panose="020B0604020202020204" pitchFamily="34" charset="0"/>
              <a:buChar char="•"/>
            </a:pPr>
            <a:r>
              <a:rPr lang="en-US" b="1" dirty="0"/>
              <a:t>Log in</a:t>
            </a:r>
            <a:r>
              <a:rPr lang="en-US" dirty="0"/>
              <a:t> and save their trips</a:t>
            </a:r>
          </a:p>
          <a:p>
            <a:pPr marL="742950" lvl="1" indent="-285750">
              <a:buFont typeface="Arial" panose="020B0604020202020204" pitchFamily="34" charset="0"/>
              <a:buChar char="•"/>
            </a:pPr>
            <a:r>
              <a:rPr lang="en-US" dirty="0"/>
              <a:t>View their </a:t>
            </a:r>
            <a:r>
              <a:rPr lang="en-US" b="1" dirty="0"/>
              <a:t>past itineraries</a:t>
            </a:r>
            <a:endParaRPr lang="en-US" dirty="0"/>
          </a:p>
          <a:p>
            <a:pPr marL="742950" lvl="1" indent="-285750">
              <a:buFont typeface="Arial" panose="020B0604020202020204" pitchFamily="34" charset="0"/>
              <a:buChar char="•"/>
            </a:pPr>
            <a:r>
              <a:rPr lang="en-US" dirty="0"/>
              <a:t>Get personalized recommendations</a:t>
            </a:r>
          </a:p>
          <a:p>
            <a:endParaRPr lang="en-IN" sz="1200" dirty="0"/>
          </a:p>
        </p:txBody>
      </p:sp>
    </p:spTree>
    <p:extLst>
      <p:ext uri="{BB962C8B-B14F-4D97-AF65-F5344CB8AC3E}">
        <p14:creationId xmlns:p14="http://schemas.microsoft.com/office/powerpoint/2010/main" val="2399013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ECF80F-70E6-C021-F043-B7A006953D6A}"/>
              </a:ext>
            </a:extLst>
          </p:cNvPr>
          <p:cNvSpPr>
            <a:spLocks noGrp="1"/>
          </p:cNvSpPr>
          <p:nvPr>
            <p:ph idx="1"/>
          </p:nvPr>
        </p:nvSpPr>
        <p:spPr>
          <a:xfrm>
            <a:off x="347472" y="301752"/>
            <a:ext cx="11503152" cy="6245351"/>
          </a:xfrm>
        </p:spPr>
        <p:txBody>
          <a:bodyPr/>
          <a:lstStyle/>
          <a:p>
            <a:pPr>
              <a:buNone/>
            </a:pPr>
            <a:r>
              <a:rPr lang="en-US" b="1" dirty="0"/>
              <a:t>4.Offline Mode</a:t>
            </a:r>
          </a:p>
          <a:p>
            <a:pPr marL="0" indent="0">
              <a:buNone/>
            </a:pPr>
            <a:r>
              <a:rPr lang="en-US" dirty="0"/>
              <a:t>Allow itinerary access even without internet (offline map snapshots and cached data)</a:t>
            </a:r>
          </a:p>
          <a:p>
            <a:pPr>
              <a:buNone/>
            </a:pPr>
            <a:r>
              <a:rPr lang="en-US" b="1" dirty="0"/>
              <a:t>5.Emergency Services Integration</a:t>
            </a:r>
          </a:p>
          <a:p>
            <a:pPr>
              <a:buFont typeface="Arial" panose="020B0604020202020204" pitchFamily="34" charset="0"/>
              <a:buChar char="•"/>
            </a:pPr>
            <a:r>
              <a:rPr lang="en-US" dirty="0"/>
              <a:t>Show </a:t>
            </a:r>
            <a:r>
              <a:rPr lang="en-US" b="1" dirty="0"/>
              <a:t>nearest hospitals, police stations, and embassies</a:t>
            </a:r>
            <a:endParaRPr lang="en-US" dirty="0"/>
          </a:p>
          <a:p>
            <a:pPr>
              <a:buFont typeface="Arial" panose="020B0604020202020204" pitchFamily="34" charset="0"/>
              <a:buChar char="•"/>
            </a:pPr>
            <a:r>
              <a:rPr lang="en-US" dirty="0"/>
              <a:t>Add an </a:t>
            </a:r>
            <a:r>
              <a:rPr lang="en-US" b="1" dirty="0"/>
              <a:t>emergency contact button</a:t>
            </a:r>
            <a:r>
              <a:rPr lang="en-US" dirty="0"/>
              <a:t> for solo travelers</a:t>
            </a:r>
          </a:p>
          <a:p>
            <a:endParaRPr lang="en-IN" dirty="0"/>
          </a:p>
        </p:txBody>
      </p:sp>
    </p:spTree>
    <p:extLst>
      <p:ext uri="{BB962C8B-B14F-4D97-AF65-F5344CB8AC3E}">
        <p14:creationId xmlns:p14="http://schemas.microsoft.com/office/powerpoint/2010/main" val="32639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7DF45-FD53-1208-41CA-0A5A5FC61F11}"/>
              </a:ext>
            </a:extLst>
          </p:cNvPr>
          <p:cNvSpPr>
            <a:spLocks noGrp="1"/>
          </p:cNvSpPr>
          <p:nvPr>
            <p:ph type="title"/>
          </p:nvPr>
        </p:nvSpPr>
        <p:spPr>
          <a:xfrm>
            <a:off x="393192" y="228601"/>
            <a:ext cx="11411712" cy="1014984"/>
          </a:xfrm>
        </p:spPr>
        <p:txBody>
          <a:bodyPr/>
          <a:lstStyle/>
          <a:p>
            <a:r>
              <a:rPr lang="en-IN" dirty="0"/>
              <a:t>SUMMARY</a:t>
            </a:r>
          </a:p>
        </p:txBody>
      </p:sp>
      <p:sp>
        <p:nvSpPr>
          <p:cNvPr id="3" name="Content Placeholder 2">
            <a:extLst>
              <a:ext uri="{FF2B5EF4-FFF2-40B4-BE49-F238E27FC236}">
                <a16:creationId xmlns:a16="http://schemas.microsoft.com/office/drawing/2014/main" id="{34548B76-B538-5E1C-7121-F9E329442C0B}"/>
              </a:ext>
            </a:extLst>
          </p:cNvPr>
          <p:cNvSpPr>
            <a:spLocks noGrp="1"/>
          </p:cNvSpPr>
          <p:nvPr>
            <p:ph idx="1"/>
          </p:nvPr>
        </p:nvSpPr>
        <p:spPr>
          <a:xfrm>
            <a:off x="393192" y="1508761"/>
            <a:ext cx="11411712" cy="5120638"/>
          </a:xfrm>
        </p:spPr>
        <p:txBody>
          <a:bodyPr/>
          <a:lstStyle/>
          <a:p>
            <a:pPr>
              <a:buNone/>
            </a:pPr>
            <a:r>
              <a:rPr lang="en-US" b="1" dirty="0"/>
              <a:t>Wander Wise</a:t>
            </a:r>
            <a:r>
              <a:rPr lang="en-US" dirty="0"/>
              <a:t> is a smart Android-based travel planning application designed to help users explore top destinations in India with ease and efficiency. By simply entering a destination, the app generates a personalized itinerary showcasing all the must-visit places in that location. For each place, it provides detailed information including the rating, entry fee, food expenses, best time to visit, time required, and weekly off status.</a:t>
            </a:r>
          </a:p>
          <a:p>
            <a:r>
              <a:rPr lang="en-US" dirty="0"/>
              <a:t>One of the standout features of the application is its ability to </a:t>
            </a:r>
            <a:r>
              <a:rPr lang="en-US" b="1" dirty="0"/>
              <a:t>calculate the overall budget</a:t>
            </a:r>
            <a:r>
              <a:rPr lang="en-US" dirty="0"/>
              <a:t> for the trip. This includes the sum of entry fees, food expenses, and other costs associated with visiting all suggested places, helping users plan trips that suit their financial preferences—whether they are looking for luxury, moderate, or cost-effective travel experiences.</a:t>
            </a:r>
          </a:p>
          <a:p>
            <a:endParaRPr lang="en-IN" dirty="0"/>
          </a:p>
        </p:txBody>
      </p:sp>
    </p:spTree>
    <p:extLst>
      <p:ext uri="{BB962C8B-B14F-4D97-AF65-F5344CB8AC3E}">
        <p14:creationId xmlns:p14="http://schemas.microsoft.com/office/powerpoint/2010/main" val="134025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8BB978-ED3B-9C87-F367-1A3EB04B267E}"/>
              </a:ext>
            </a:extLst>
          </p:cNvPr>
          <p:cNvSpPr>
            <a:spLocks noGrp="1"/>
          </p:cNvSpPr>
          <p:nvPr>
            <p:ph idx="1"/>
          </p:nvPr>
        </p:nvSpPr>
        <p:spPr>
          <a:xfrm>
            <a:off x="347472" y="283464"/>
            <a:ext cx="11658600" cy="6245351"/>
          </a:xfrm>
        </p:spPr>
        <p:txBody>
          <a:bodyPr/>
          <a:lstStyle/>
          <a:p>
            <a:pPr>
              <a:buNone/>
            </a:pPr>
            <a:r>
              <a:rPr lang="en-US" dirty="0"/>
              <a:t>To enhance user experience, </a:t>
            </a:r>
            <a:r>
              <a:rPr lang="en-US" b="1" dirty="0"/>
              <a:t>Google Maps integration</a:t>
            </a:r>
            <a:r>
              <a:rPr lang="en-US" dirty="0"/>
              <a:t> is provided to guide travelers from one destination to another seamlessly. The clean interface, organized itinerary, and offline potential make it a helpful companion for students, solo travelers, families, and tourists alike.</a:t>
            </a:r>
          </a:p>
          <a:p>
            <a:r>
              <a:rPr lang="en-US" dirty="0"/>
              <a:t>With a foundation that’s both functional and scalable, Wander Wise sets the stage for future enhancements like machine learning-based crowd prediction, real-time updates, hotel recommendations, and voice assistant features—making it a truly intelligent travel planner.</a:t>
            </a:r>
          </a:p>
          <a:p>
            <a:endParaRPr lang="en-IN" dirty="0"/>
          </a:p>
        </p:txBody>
      </p:sp>
    </p:spTree>
    <p:extLst>
      <p:ext uri="{BB962C8B-B14F-4D97-AF65-F5344CB8AC3E}">
        <p14:creationId xmlns:p14="http://schemas.microsoft.com/office/powerpoint/2010/main" val="1399350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A480E-E4F1-28B2-20C7-D85DC179F7AB}"/>
              </a:ext>
            </a:extLst>
          </p:cNvPr>
          <p:cNvSpPr>
            <a:spLocks noGrp="1"/>
          </p:cNvSpPr>
          <p:nvPr>
            <p:ph type="title"/>
          </p:nvPr>
        </p:nvSpPr>
        <p:spPr>
          <a:xfrm>
            <a:off x="374904" y="356617"/>
            <a:ext cx="11265408" cy="786384"/>
          </a:xfrm>
        </p:spPr>
        <p:txBody>
          <a:bodyPr/>
          <a:lstStyle/>
          <a:p>
            <a:r>
              <a:rPr lang="en-IN" dirty="0"/>
              <a:t>REFERENCE PAPERS</a:t>
            </a:r>
          </a:p>
        </p:txBody>
      </p:sp>
      <p:sp>
        <p:nvSpPr>
          <p:cNvPr id="3" name="Content Placeholder 2">
            <a:extLst>
              <a:ext uri="{FF2B5EF4-FFF2-40B4-BE49-F238E27FC236}">
                <a16:creationId xmlns:a16="http://schemas.microsoft.com/office/drawing/2014/main" id="{E5E93ED1-1781-39A8-3B2D-5919C7CCB580}"/>
              </a:ext>
            </a:extLst>
          </p:cNvPr>
          <p:cNvSpPr>
            <a:spLocks noGrp="1"/>
          </p:cNvSpPr>
          <p:nvPr>
            <p:ph idx="1"/>
          </p:nvPr>
        </p:nvSpPr>
        <p:spPr>
          <a:xfrm>
            <a:off x="192024" y="1435609"/>
            <a:ext cx="11859768" cy="5065774"/>
          </a:xfrm>
        </p:spPr>
        <p:txBody>
          <a:bodyPr/>
          <a:lstStyle/>
          <a:p>
            <a:r>
              <a:rPr lang="en-IN" dirty="0">
                <a:hlinkClick r:id="rId2"/>
              </a:rPr>
              <a:t>https://www.irjmets.com/uploadedfiles/paper//issue_11_november_2024/63487/final/fin_irjmets1731075400.pdf</a:t>
            </a:r>
            <a:endParaRPr lang="en-IN" dirty="0"/>
          </a:p>
          <a:p>
            <a:r>
              <a:rPr lang="en-IN" dirty="0">
                <a:hlinkClick r:id="rId3"/>
              </a:rPr>
              <a:t>https://ijarsct.co.in/Paper11254.pdf</a:t>
            </a:r>
            <a:endParaRPr lang="en-IN" dirty="0"/>
          </a:p>
          <a:p>
            <a:r>
              <a:rPr lang="en-IN" dirty="0">
                <a:hlinkClick r:id="rId4"/>
              </a:rPr>
              <a:t>https://www.irjet.net/archives/V10/i12/IRJET-V10I1272.pdf</a:t>
            </a:r>
            <a:endParaRPr lang="en-IN" dirty="0"/>
          </a:p>
          <a:p>
            <a:r>
              <a:rPr lang="en-IN" dirty="0">
                <a:hlinkClick r:id="rId5"/>
              </a:rPr>
              <a:t>https://ijarsct.co.in/Paper3537.pdf</a:t>
            </a:r>
            <a:endParaRPr lang="en-IN" dirty="0"/>
          </a:p>
          <a:p>
            <a:r>
              <a:rPr lang="en-IN" dirty="0">
                <a:hlinkClick r:id="rId6"/>
              </a:rPr>
              <a:t>https://www.irjmets.com/uploadedfiles/paper//issue_11_november_2024/63381/final/fin_irjmets1731412810.pdf</a:t>
            </a:r>
            <a:endParaRPr lang="en-IN" dirty="0"/>
          </a:p>
          <a:p>
            <a:endParaRPr lang="en-IN" dirty="0"/>
          </a:p>
        </p:txBody>
      </p:sp>
    </p:spTree>
    <p:extLst>
      <p:ext uri="{BB962C8B-B14F-4D97-AF65-F5344CB8AC3E}">
        <p14:creationId xmlns:p14="http://schemas.microsoft.com/office/powerpoint/2010/main" val="87248906"/>
      </p:ext>
    </p:extLst>
  </p:cSld>
  <p:clrMapOvr>
    <a:masterClrMapping/>
  </p:clrMapOvr>
</p:sld>
</file>

<file path=ppt/theme/theme1.xml><?xml version="1.0" encoding="utf-8"?>
<a:theme xmlns:a="http://schemas.openxmlformats.org/drawingml/2006/main" name="TornVTI">
  <a:themeElements>
    <a:clrScheme name="AnalogousFromLightSeedRightStep">
      <a:dk1>
        <a:srgbClr val="000000"/>
      </a:dk1>
      <a:lt1>
        <a:srgbClr val="FFFFFF"/>
      </a:lt1>
      <a:dk2>
        <a:srgbClr val="413324"/>
      </a:dk2>
      <a:lt2>
        <a:srgbClr val="E2E7E8"/>
      </a:lt2>
      <a:accent1>
        <a:srgbClr val="D39089"/>
      </a:accent1>
      <a:accent2>
        <a:srgbClr val="C79A6B"/>
      </a:accent2>
      <a:accent3>
        <a:srgbClr val="AAA66F"/>
      </a:accent3>
      <a:accent4>
        <a:srgbClr val="91AB5F"/>
      </a:accent4>
      <a:accent5>
        <a:srgbClr val="80AE72"/>
      </a:accent5>
      <a:accent6>
        <a:srgbClr val="63B371"/>
      </a:accent6>
      <a:hlink>
        <a:srgbClr val="588C92"/>
      </a:hlink>
      <a:folHlink>
        <a:srgbClr val="7F7F7F"/>
      </a:folHlink>
    </a:clrScheme>
    <a:fontScheme name="Torn">
      <a:majorFont>
        <a:latin typeface="Impact"/>
        <a:ea typeface=""/>
        <a:cs typeface=""/>
      </a:majorFont>
      <a:minorFont>
        <a:latin typeface="Arial Nova Co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TotalTime>
  <Words>929</Words>
  <Application>Microsoft Office PowerPoint</Application>
  <PresentationFormat>Widescreen</PresentationFormat>
  <Paragraphs>94</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Arial Nova Cond</vt:lpstr>
      <vt:lpstr>Impact</vt:lpstr>
      <vt:lpstr>TornVTI</vt:lpstr>
      <vt:lpstr>Wander Wise</vt:lpstr>
      <vt:lpstr>PROJECT STATEMENT</vt:lpstr>
      <vt:lpstr>MODULE DESCRIPTION</vt:lpstr>
      <vt:lpstr>PowerPoint Presentation</vt:lpstr>
      <vt:lpstr>PowerPoint Presentation</vt:lpstr>
      <vt:lpstr>ARCHITECTURE DIAGRAM </vt:lpstr>
      <vt:lpstr>OUTPUT</vt:lpstr>
      <vt:lpstr>OUTPUT</vt:lpstr>
      <vt:lpstr>OUTPUT</vt:lpstr>
      <vt:lpstr>Benefits of the Project</vt:lpstr>
      <vt:lpstr>PowerPoint Presentation</vt:lpstr>
      <vt:lpstr>Future Scope</vt:lpstr>
      <vt:lpstr>PowerPoint Presentation</vt:lpstr>
      <vt:lpstr>SUMMARY</vt:lpstr>
      <vt:lpstr>PowerPoint Presentation</vt:lpstr>
      <vt:lpstr>REFERENCE PAPERS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Azim Niyaz</dc:creator>
  <cp:lastModifiedBy>Azim Niyaz</cp:lastModifiedBy>
  <cp:revision>4</cp:revision>
  <dcterms:created xsi:type="dcterms:W3CDTF">2025-01-02T17:34:00Z</dcterms:created>
  <dcterms:modified xsi:type="dcterms:W3CDTF">2026-02-05T17:26:31Z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5ABEF43A81EB4212AECCD921C9F0017F_13</vt:lpwstr>
  </property>
  <property fmtid="{D5CDD505-2E9C-101B-9397-08002B2CF9AE}" pid="3" name="KSOProductBuildVer">
    <vt:lpwstr>2057-12.2.0.18639</vt:lpwstr>
  </property>
</Properties>
</file>